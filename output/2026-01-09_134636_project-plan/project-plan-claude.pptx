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theme/theme2.xml" ContentType="application/vnd.openxmlformats-officedocument.theme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_rels/presentation.xml.rels" ContentType="application/vnd.openxmlformats-package.relationships+xml"/>
  <Override PartName="/ppt/notesMasters/_rels/notesMaster1.xml.rels" ContentType="application/vnd.openxmlformats-package.relationships+xml"/>
  <Override PartName="/ppt/notesMasters/notesMaster1.xml" ContentType="application/vnd.openxmlformats-officedocument.presentationml.notesMaster+xml"/>
  <Override PartName="/ppt/slides/_rels/slide11.xml.rels" ContentType="application/vnd.openxmlformats-package.relationships+xml"/>
  <Override PartName="/ppt/slides/_rels/slide9.xml.rels" ContentType="application/vnd.openxmlformats-package.relationships+xml"/>
  <Override PartName="/ppt/slides/_rels/slide13.xml.rels" ContentType="application/vnd.openxmlformats-package.relationships+xml"/>
  <Override PartName="/ppt/slides/_rels/slide12.xml.rels" ContentType="application/vnd.openxmlformats-package.relationships+xml"/>
  <Override PartName="/ppt/slides/_rels/slide14.xml.rels" ContentType="application/vnd.openxmlformats-package.relationships+xml"/>
  <Override PartName="/ppt/slides/_rels/slide15.xml.rels" ContentType="application/vnd.openxmlformats-package.relationships+xml"/>
  <Override PartName="/ppt/slides/_rels/slide1.xml.rels" ContentType="application/vnd.openxmlformats-package.relationships+xml"/>
  <Override PartName="/ppt/slides/_rels/slide16.xml.rels" ContentType="application/vnd.openxmlformats-package.relationships+xml"/>
  <Override PartName="/ppt/slides/_rels/slide2.xml.rels" ContentType="application/vnd.openxmlformats-package.relationships+xml"/>
  <Override PartName="/ppt/slides/_rels/slide3.xml.rels" ContentType="application/vnd.openxmlformats-package.relationships+xml"/>
  <Override PartName="/ppt/slides/_rels/slide4.xml.rels" ContentType="application/vnd.openxmlformats-package.relationships+xml"/>
  <Override PartName="/ppt/slides/_rels/slide5.xml.rels" ContentType="application/vnd.openxmlformats-package.relationships+xml"/>
  <Override PartName="/ppt/slides/_rels/slide6.xml.rels" ContentType="application/vnd.openxmlformats-package.relationships+xml"/>
  <Override PartName="/ppt/slides/_rels/slide7.xml.rels" ContentType="application/vnd.openxmlformats-package.relationships+xml"/>
  <Override PartName="/ppt/slides/_rels/slide8.xml.rels" ContentType="application/vnd.openxmlformats-package.relationships+xml"/>
  <Override PartName="/ppt/slides/_rels/slide10.xml.rels" ContentType="application/vnd.openxmlformats-package.relationships+xml"/>
  <Override PartName="/ppt/slides/slide13.xml" ContentType="application/vnd.openxmlformats-officedocument.presentationml.slide+xml"/>
  <Override PartName="/ppt/slides/slide12.xml" ContentType="application/vnd.openxmlformats-officedocument.presentationml.slide+xml"/>
  <Override PartName="/ppt/slides/slide9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10.xml" ContentType="application/vnd.openxmlformats-officedocument.presentationml.slide+xml"/>
  <Override PartName="/ppt/slides/slide8.xml" ContentType="application/vnd.openxmlformats-officedocument.presentationml.slide+xml"/>
  <Override PartName="/ppt/slides/slide11.xml" ContentType="application/vnd.openxmlformats-officedocument.presentationml.slide+xml"/>
  <Override PartName="/ppt/notesSlides/_rels/notesSlide6.xml.rels" ContentType="application/vnd.openxmlformats-package.relationships+xml"/>
  <Override PartName="/ppt/notesSlides/_rels/notesSlide5.xml.rels" ContentType="application/vnd.openxmlformats-package.relationships+xml"/>
  <Override PartName="/ppt/notesSlides/_rels/notesSlide4.xml.rels" ContentType="application/vnd.openxmlformats-package.relationships+xml"/>
  <Override PartName="/ppt/notesSlides/_rels/notesSlide13.xml.rels" ContentType="application/vnd.openxmlformats-package.relationships+xml"/>
  <Override PartName="/ppt/notesSlides/_rels/notesSlide12.xml.rels" ContentType="application/vnd.openxmlformats-package.relationships+xml"/>
  <Override PartName="/ppt/notesSlides/_rels/notesSlide11.xml.rels" ContentType="application/vnd.openxmlformats-package.relationships+xml"/>
  <Override PartName="/ppt/notesSlides/_rels/notesSlide9.xml.rels" ContentType="application/vnd.openxmlformats-package.relationships+xml"/>
  <Override PartName="/ppt/notesSlides/_rels/notesSlide8.xml.rels" ContentType="application/vnd.openxmlformats-package.relationships+xml"/>
  <Override PartName="/ppt/notesSlides/_rels/notesSlide7.xml.rels" ContentType="application/vnd.openxmlformats-package.relationships+xml"/>
  <Override PartName="/ppt/notesSlides/_rels/notesSlide14.xml.rels" ContentType="application/vnd.openxmlformats-package.relationships+xml"/>
  <Override PartName="/ppt/notesSlides/_rels/notesSlide1.xml.rels" ContentType="application/vnd.openxmlformats-package.relationships+xml"/>
  <Override PartName="/ppt/notesSlides/_rels/notesSlide15.xml.rels" ContentType="application/vnd.openxmlformats-package.relationships+xml"/>
  <Override PartName="/ppt/notesSlides/_rels/notesSlide2.xml.rels" ContentType="application/vnd.openxmlformats-package.relationships+xml"/>
  <Override PartName="/ppt/notesSlides/_rels/notesSlide16.xml.rels" ContentType="application/vnd.openxmlformats-package.relationships+xml"/>
  <Override PartName="/ppt/notesSlides/_rels/notesSlide3.xml.rels" ContentType="application/vnd.openxmlformats-package.relationships+xml"/>
  <Override PartName="/ppt/notesSlides/_rels/notesSlide10.xml.rels" ContentType="application/vnd.openxmlformats-package.relationships+xml"/>
  <Override PartName="/ppt/notesSlides/notesSlide13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9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</p:sldIdLst>
  <p:sldSz cx="9144000" cy="5143500"/>
  <p:notesSz cx="51435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slide" Target="slides/slide15.xml"/><Relationship Id="rId19" Type="http://schemas.openxmlformats.org/officeDocument/2006/relationships/slide" Target="slides/slide16.xml"/><Relationship Id="rId20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ko-KR" sz="1800" spc="-1" strike="noStrike">
                <a:solidFill>
                  <a:schemeClr val="dk1"/>
                </a:solidFill>
                <a:latin typeface="Calibri"/>
              </a:rPr>
              <a:t>슬라이드를 </a:t>
            </a:r>
            <a:r>
              <a:rPr b="0" lang="ko-KR" sz="1800" spc="-1" strike="noStrike">
                <a:solidFill>
                  <a:schemeClr val="dk1"/>
                </a:solidFill>
                <a:latin typeface="Calibri"/>
              </a:rPr>
              <a:t>이동하려면 </a:t>
            </a:r>
            <a:r>
              <a:rPr b="0" lang="ko-KR" sz="1800" spc="-1" strike="noStrike">
                <a:solidFill>
                  <a:schemeClr val="dk1"/>
                </a:solidFill>
                <a:latin typeface="Calibri"/>
              </a:rPr>
              <a:t>클릭하십시</a:t>
            </a:r>
            <a:r>
              <a:rPr b="0" lang="ko-KR" sz="1800" spc="-1" strike="noStrike">
                <a:solidFill>
                  <a:schemeClr val="dk1"/>
                </a:solidFill>
                <a:latin typeface="Calibri"/>
              </a:rPr>
              <a:t>오</a:t>
            </a: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.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buNone/>
            </a:pP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메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모</a:t>
            </a:r>
            <a:r>
              <a:rPr b="0" lang="en-US" sz="2000" spc="-1" strike="noStrike">
                <a:solidFill>
                  <a:srgbClr val="000000"/>
                </a:solidFill>
                <a:latin typeface="Noto Sans CJK KR"/>
              </a:rPr>
              <a:t> 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서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식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을</a:t>
            </a:r>
            <a:r>
              <a:rPr b="0" lang="en-US" sz="2000" spc="-1" strike="noStrike">
                <a:solidFill>
                  <a:srgbClr val="000000"/>
                </a:solidFill>
                <a:latin typeface="Noto Sans CJK KR"/>
              </a:rPr>
              <a:t> 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편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집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하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려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면</a:t>
            </a:r>
            <a:r>
              <a:rPr b="0" lang="en-US" sz="2000" spc="-1" strike="noStrike">
                <a:solidFill>
                  <a:srgbClr val="000000"/>
                </a:solidFill>
                <a:latin typeface="Noto Sans CJK KR"/>
              </a:rPr>
              <a:t> 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클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릭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하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십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시</a:t>
            </a:r>
            <a:r>
              <a:rPr b="0" lang="ko-KR" sz="2000" spc="-1" strike="noStrike">
                <a:solidFill>
                  <a:srgbClr val="000000"/>
                </a:solidFill>
                <a:latin typeface="Noto Sans CJK KR"/>
              </a:rPr>
              <a:t>오</a:t>
            </a:r>
            <a:r>
              <a:rPr b="0" lang="en-US" sz="2000" spc="-1" strike="noStrike">
                <a:solidFill>
                  <a:srgbClr val="000000"/>
                </a:solidFill>
                <a:latin typeface="Noto Sans CJK KR"/>
              </a:rPr>
              <a:t>.</a:t>
            </a:r>
            <a:endParaRPr b="0" lang="en-US" sz="20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Noto Serif CJK KR"/>
              </a:rPr>
              <a:t>&lt;머리글&gt;</a:t>
            </a:r>
            <a:endParaRPr b="0" lang="en-US" sz="1400" spc="-1" strike="noStrike">
              <a:solidFill>
                <a:srgbClr val="000000"/>
              </a:solidFill>
              <a:latin typeface="Noto Serif CJK KR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en-US" sz="1400" spc="-1" strike="noStrike">
                <a:solidFill>
                  <a:srgbClr val="000000"/>
                </a:solidFill>
                <a:latin typeface="Noto Serif CJK KR"/>
              </a:defRPr>
            </a:lvl1pPr>
          </a:lstStyle>
          <a:p>
            <a:pPr indent="0" algn="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Noto Serif CJK KR"/>
              </a:rPr>
              <a:t>&lt;날짜/시간&gt;</a:t>
            </a:r>
            <a:endParaRPr b="0" lang="en-US" sz="1400" spc="-1" strike="noStrike">
              <a:solidFill>
                <a:srgbClr val="000000"/>
              </a:solidFill>
              <a:latin typeface="Noto Serif CJK KR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Noto Serif CJK KR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Noto Serif CJK KR"/>
              </a:rPr>
              <a:t>&lt;바닥글&gt;</a:t>
            </a:r>
            <a:endParaRPr b="0" lang="en-US" sz="1400" spc="-1" strike="noStrike">
              <a:solidFill>
                <a:srgbClr val="000000"/>
              </a:solidFill>
              <a:latin typeface="Noto Serif CJK KR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buNone/>
              <a:defRPr b="0" lang="en-US" sz="1400" spc="-1" strike="noStrike">
                <a:solidFill>
                  <a:srgbClr val="000000"/>
                </a:solidFill>
                <a:latin typeface="Noto Serif CJK KR"/>
              </a:defRPr>
            </a:lvl1pPr>
          </a:lstStyle>
          <a:p>
            <a:pPr indent="0" algn="r">
              <a:buNone/>
            </a:pPr>
            <a:fld id="{481459DC-3CDB-424A-B677-1BA5C9ECBCEA}" type="slidenum">
              <a:rPr b="0" lang="en-US" sz="1400" spc="-1" strike="noStrike">
                <a:solidFill>
                  <a:srgbClr val="000000"/>
                </a:solidFill>
                <a:latin typeface="Noto Serif CJK KR"/>
              </a:rPr>
              <a:t>&lt;숫자&gt;</a:t>
            </a:fld>
            <a:endParaRPr b="0" lang="en-US" sz="1400" spc="-1" strike="noStrike">
              <a:solidFill>
                <a:srgbClr val="000000"/>
              </a:solidFill>
              <a:latin typeface="Noto Serif CJK KR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
</Relationships>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
</Relationships>
</file>

<file path=ppt/notesSlides/_rels/notesSlide8.xml.rels><?xml version="1.0" encoding="UTF-8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
</Relationships>
</file>

<file path=ppt/notesSlides/_rels/notesSlide9.xml.rels><?xml version="1.0" encoding="UTF-8"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
</Relationships>
</file>

<file path=ppt/notesSlides/_rels/notesSlide10.xml.rels><?xml version="1.0" encoding="UTF-8"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
</Relationships>
</file>

<file path=ppt/notesSlides/_rels/notesSlide11.xml.rels><?xml version="1.0" encoding="UTF-8"?>
<Relationships xmlns="http://schemas.openxmlformats.org/package/2006/relationships"><Relationship Id="rId1" Type="http://schemas.openxmlformats.org/officeDocument/2006/relationships/slide" Target="../slides/slide11.xml"/><Relationship Id="rId2" Type="http://schemas.openxmlformats.org/officeDocument/2006/relationships/notesMaster" Target="../notesMasters/notesMaster1.xml"/>
</Relationships>
</file>

<file path=ppt/notesSlides/_rels/notesSlide12.xml.rels><?xml version="1.0" encoding="UTF-8"?>
<Relationships xmlns="http://schemas.openxmlformats.org/package/2006/relationships"><Relationship Id="rId1" Type="http://schemas.openxmlformats.org/officeDocument/2006/relationships/slide" Target="../slides/slide12.xml"/><Relationship Id="rId2" Type="http://schemas.openxmlformats.org/officeDocument/2006/relationships/notesMaster" Target="../notesMasters/notesMaster1.xml"/>
</Relationships>
</file>

<file path=ppt/notesSlides/_rels/notesSlide13.xml.rels><?xml version="1.0" encoding="UTF-8"?>
<Relationships xmlns="http://schemas.openxmlformats.org/package/2006/relationships"><Relationship Id="rId1" Type="http://schemas.openxmlformats.org/officeDocument/2006/relationships/slide" Target="../slides/slide13.xml"/><Relationship Id="rId2" Type="http://schemas.openxmlformats.org/officeDocument/2006/relationships/notesMaster" Target="../notesMasters/notesMaster1.xml"/>
</Relationships>
</file>

<file path=ppt/notesSlides/_rels/notesSlide14.xml.rels><?xml version="1.0" encoding="UTF-8"?>
<Relationships xmlns="http://schemas.openxmlformats.org/package/2006/relationships"><Relationship Id="rId1" Type="http://schemas.openxmlformats.org/officeDocument/2006/relationships/slide" Target="../slides/slide14.xml"/><Relationship Id="rId2" Type="http://schemas.openxmlformats.org/officeDocument/2006/relationships/notesMaster" Target="../notesMasters/notesMaster1.xml"/>
</Relationships>
</file>

<file path=ppt/notesSlides/_rels/notesSlide15.xml.rels><?xml version="1.0" encoding="UTF-8"?>
<Relationships xmlns="http://schemas.openxmlformats.org/package/2006/relationships"><Relationship Id="rId1" Type="http://schemas.openxmlformats.org/officeDocument/2006/relationships/slide" Target="../slides/slide15.xml"/><Relationship Id="rId2" Type="http://schemas.openxmlformats.org/officeDocument/2006/relationships/notesMaster" Target="../notesMasters/notesMaster1.xml"/>
</Relationships>
</file>

<file path=ppt/notesSlides/_rels/notesSlide16.xml.rels><?xml version="1.0" encoding="UTF-8"?>
<Relationships xmlns="http://schemas.openxmlformats.org/package/2006/relationships"><Relationship Id="rId1" Type="http://schemas.openxmlformats.org/officeDocument/2006/relationships/slide" Target="../slides/slide16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6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370" name="PlaceHolder 3"/>
          <p:cNvSpPr>
            <a:spLocks noGrp="1"/>
          </p:cNvSpPr>
          <p:nvPr>
            <p:ph type="sldNum" idx="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2372E660-265F-4A1F-80A0-36413412F479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&lt;숫자&gt;</a:t>
            </a:fld>
            <a:endParaRPr b="0" lang="en-US" sz="1200" spc="-1" strike="noStrike">
              <a:solidFill>
                <a:srgbClr val="000000"/>
              </a:solidFill>
              <a:latin typeface="Noto Serif CJK KR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7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373" name="PlaceHolder 3"/>
          <p:cNvSpPr>
            <a:spLocks noGrp="1"/>
          </p:cNvSpPr>
          <p:nvPr>
            <p:ph type="sldNum" idx="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13D7F40A-2FA4-4EB3-9F5C-4D0FCC3432A5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&lt;숫자&gt;</a:t>
            </a:fld>
            <a:endParaRPr b="0" lang="en-US" sz="1200" spc="-1" strike="noStrike">
              <a:solidFill>
                <a:srgbClr val="000000"/>
              </a:solidFill>
              <a:latin typeface="Noto Serif CJK KR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7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376" name="PlaceHolder 3"/>
          <p:cNvSpPr>
            <a:spLocks noGrp="1"/>
          </p:cNvSpPr>
          <p:nvPr>
            <p:ph type="sldNum" idx="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774A51B8-488C-455B-B3C1-1EC8DF0BB48E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&lt;숫자&gt;</a:t>
            </a:fld>
            <a:endParaRPr b="0" lang="en-US" sz="1200" spc="-1" strike="noStrike">
              <a:solidFill>
                <a:srgbClr val="000000"/>
              </a:solidFill>
              <a:latin typeface="Noto Serif CJK KR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7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379" name="PlaceHolder 3"/>
          <p:cNvSpPr>
            <a:spLocks noGrp="1"/>
          </p:cNvSpPr>
          <p:nvPr>
            <p:ph type="sldNum" idx="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9708DFE9-D8C3-48A2-B04C-BCAE913CDEBB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&lt;숫자&gt;</a:t>
            </a:fld>
            <a:endParaRPr b="0" lang="en-US" sz="1200" spc="-1" strike="noStrike">
              <a:solidFill>
                <a:srgbClr val="000000"/>
              </a:solidFill>
              <a:latin typeface="Noto Serif CJK KR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8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382" name="PlaceHolder 3"/>
          <p:cNvSpPr>
            <a:spLocks noGrp="1"/>
          </p:cNvSpPr>
          <p:nvPr>
            <p:ph type="sldNum" idx="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6E6F2810-1601-417B-A369-5A446EEF8709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&lt;숫자&gt;</a:t>
            </a:fld>
            <a:endParaRPr b="0" lang="en-US" sz="1200" spc="-1" strike="noStrike">
              <a:solidFill>
                <a:srgbClr val="000000"/>
              </a:solidFill>
              <a:latin typeface="Noto Serif CJK KR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8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385" name="PlaceHolder 3"/>
          <p:cNvSpPr>
            <a:spLocks noGrp="1"/>
          </p:cNvSpPr>
          <p:nvPr>
            <p:ph type="sldNum" idx="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B94EC710-A556-48BC-AFB4-DBF99207305F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&lt;숫자&gt;</a:t>
            </a:fld>
            <a:endParaRPr b="0" lang="en-US" sz="1200" spc="-1" strike="noStrike">
              <a:solidFill>
                <a:srgbClr val="000000"/>
              </a:solidFill>
              <a:latin typeface="Noto Serif CJK KR"/>
            </a:endParaRP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8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388" name="PlaceHolder 3"/>
          <p:cNvSpPr>
            <a:spLocks noGrp="1"/>
          </p:cNvSpPr>
          <p:nvPr>
            <p:ph type="sldNum" idx="1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AD3BCE0E-1DB5-45BD-AD5F-93AD35543C7B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&lt;숫자&gt;</a:t>
            </a:fld>
            <a:endParaRPr b="0" lang="en-US" sz="1200" spc="-1" strike="noStrike">
              <a:solidFill>
                <a:srgbClr val="000000"/>
              </a:solidFill>
              <a:latin typeface="Noto Serif CJK KR"/>
            </a:endParaRPr>
          </a:p>
        </p:txBody>
      </p:sp>
    </p:spTree>
  </p:cSld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9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391" name="PlaceHolder 3"/>
          <p:cNvSpPr>
            <a:spLocks noGrp="1"/>
          </p:cNvSpPr>
          <p:nvPr>
            <p:ph type="sldNum" idx="11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5EE292FD-BF10-4D54-9769-D69C22991D90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&lt;숫자&gt;</a:t>
            </a:fld>
            <a:endParaRPr b="0" lang="en-US" sz="1200" spc="-1" strike="noStrike">
              <a:solidFill>
                <a:srgbClr val="000000"/>
              </a:solidFill>
              <a:latin typeface="Noto Serif CJK KR"/>
            </a:endParaRPr>
          </a:p>
        </p:txBody>
      </p:sp>
    </p:spTree>
  </p:cSld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9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394" name="PlaceHolder 3"/>
          <p:cNvSpPr>
            <a:spLocks noGrp="1"/>
          </p:cNvSpPr>
          <p:nvPr>
            <p:ph type="sldNum" idx="12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822558AE-D1E7-43FE-8F1B-2200625B9579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&lt;숫자&gt;</a:t>
            </a:fld>
            <a:endParaRPr b="0" lang="en-US" sz="1200" spc="-1" strike="noStrike">
              <a:solidFill>
                <a:srgbClr val="000000"/>
              </a:solidFill>
              <a:latin typeface="Noto Serif CJK KR"/>
            </a:endParaRPr>
          </a:p>
        </p:txBody>
      </p:sp>
    </p:spTree>
  </p:cSld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9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397" name="PlaceHolder 3"/>
          <p:cNvSpPr>
            <a:spLocks noGrp="1"/>
          </p:cNvSpPr>
          <p:nvPr>
            <p:ph type="sldNum" idx="13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129B90DE-7403-42F9-A134-B5D2CBDA41BA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&lt;숫자&gt;</a:t>
            </a:fld>
            <a:endParaRPr b="0" lang="en-US" sz="1200" spc="-1" strike="noStrike">
              <a:solidFill>
                <a:srgbClr val="000000"/>
              </a:solidFill>
              <a:latin typeface="Noto Serif CJK KR"/>
            </a:endParaRPr>
          </a:p>
        </p:txBody>
      </p:sp>
    </p:spTree>
  </p:cSld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9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400" name="PlaceHolder 3"/>
          <p:cNvSpPr>
            <a:spLocks noGrp="1"/>
          </p:cNvSpPr>
          <p:nvPr>
            <p:ph type="sldNum" idx="1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31791B81-46B9-465F-9729-5D6D728E7EA1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&lt;숫자&gt;</a:t>
            </a:fld>
            <a:endParaRPr b="0" lang="en-US" sz="1200" spc="-1" strike="noStrike">
              <a:solidFill>
                <a:srgbClr val="000000"/>
              </a:solidFill>
              <a:latin typeface="Noto Serif CJK KR"/>
            </a:endParaRPr>
          </a:p>
        </p:txBody>
      </p:sp>
    </p:spTree>
  </p:cSld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40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403" name="PlaceHolder 3"/>
          <p:cNvSpPr>
            <a:spLocks noGrp="1"/>
          </p:cNvSpPr>
          <p:nvPr>
            <p:ph type="sldNum" idx="1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CC41EEB1-AD5F-4C76-87F0-C2634AEE310F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&lt;숫자&gt;</a:t>
            </a:fld>
            <a:endParaRPr b="0" lang="en-US" sz="1200" spc="-1" strike="noStrike">
              <a:solidFill>
                <a:srgbClr val="000000"/>
              </a:solidFill>
              <a:latin typeface="Noto Serif CJK KR"/>
            </a:endParaRPr>
          </a:p>
        </p:txBody>
      </p:sp>
    </p:spTree>
  </p:cSld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40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406" name="PlaceHolder 3"/>
          <p:cNvSpPr>
            <a:spLocks noGrp="1"/>
          </p:cNvSpPr>
          <p:nvPr>
            <p:ph type="sldNum" idx="1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114E3F41-04B8-49D2-82A6-8C1F0511055A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&lt;숫자&gt;</a:t>
            </a:fld>
            <a:endParaRPr b="0" lang="en-US" sz="1200" spc="-1" strike="noStrike">
              <a:solidFill>
                <a:srgbClr val="000000"/>
              </a:solidFill>
              <a:latin typeface="Noto Serif CJK KR"/>
            </a:endParaRPr>
          </a:p>
        </p:txBody>
      </p:sp>
    </p:spTree>
  </p:cSld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40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409" name="PlaceHolder 3"/>
          <p:cNvSpPr>
            <a:spLocks noGrp="1"/>
          </p:cNvSpPr>
          <p:nvPr>
            <p:ph type="sldNum" idx="1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64251402-3BAF-4B47-AAEE-09139DEF87B5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&lt;숫자&gt;</a:t>
            </a:fld>
            <a:endParaRPr b="0" lang="en-US" sz="1200" spc="-1" strike="noStrike">
              <a:solidFill>
                <a:srgbClr val="000000"/>
              </a:solidFill>
              <a:latin typeface="Noto Serif CJK KR"/>
            </a:endParaRPr>
          </a:p>
        </p:txBody>
      </p:sp>
    </p:spTree>
  </p:cSld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41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412" name="PlaceHolder 3"/>
          <p:cNvSpPr>
            <a:spLocks noGrp="1"/>
          </p:cNvSpPr>
          <p:nvPr>
            <p:ph type="sldNum" idx="1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27D77856-2CDF-4B14-87E2-D0B7FC4C9AF5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&lt;숫자&gt;</a:t>
            </a:fld>
            <a:endParaRPr b="0" lang="en-US" sz="1200" spc="-1" strike="noStrike">
              <a:solidFill>
                <a:srgbClr val="000000"/>
              </a:solidFill>
              <a:latin typeface="Noto Serif CJK KR"/>
            </a:endParaRPr>
          </a:p>
        </p:txBody>
      </p:sp>
    </p:spTree>
  </p:cSld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41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415" name="PlaceHolder 3"/>
          <p:cNvSpPr>
            <a:spLocks noGrp="1"/>
          </p:cNvSpPr>
          <p:nvPr>
            <p:ph type="sldNum" idx="1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7BE788D6-1924-48AF-8DAE-B44B2C071173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&lt;숫자&gt;</a:t>
            </a:fld>
            <a:endParaRPr b="0" lang="en-US" sz="1200" spc="-1" strike="noStrike">
              <a:solidFill>
                <a:srgbClr val="000000"/>
              </a:solidFill>
              <a:latin typeface="Noto Serif CJK KR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ko-KR" sz="1800" spc="-1" strike="noStrike">
                <a:solidFill>
                  <a:schemeClr val="dk1"/>
                </a:solidFill>
                <a:latin typeface="Calibri"/>
              </a:rPr>
              <a:t>제목 텍스트의 </a:t>
            </a:r>
            <a:r>
              <a:rPr b="0" lang="ko-KR" sz="1800" spc="-1" strike="noStrike">
                <a:solidFill>
                  <a:schemeClr val="dk1"/>
                </a:solidFill>
                <a:latin typeface="Calibri"/>
              </a:rPr>
              <a:t>서식을 </a:t>
            </a:r>
            <a:r>
              <a:rPr b="0" lang="ko-KR" sz="1800" spc="-1" strike="noStrike">
                <a:solidFill>
                  <a:schemeClr val="dk1"/>
                </a:solidFill>
                <a:latin typeface="Calibri"/>
              </a:rPr>
              <a:t>편집하려면 </a:t>
            </a:r>
            <a:r>
              <a:rPr b="0" lang="ko-KR" sz="1800" spc="-1" strike="noStrike">
                <a:solidFill>
                  <a:schemeClr val="dk1"/>
                </a:solidFill>
                <a:latin typeface="Calibri"/>
              </a:rPr>
              <a:t>클릭하십시오</a:t>
            </a: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.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9053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ko-KR" sz="3200" spc="-1" strike="noStrike">
                <a:solidFill>
                  <a:schemeClr val="dk1"/>
                </a:solidFill>
                <a:latin typeface="Calibri"/>
              </a:rPr>
              <a:t>개요 텍스트의 서식을 편집하려면 클릭하십시오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2</a:t>
            </a:r>
            <a:r>
              <a:rPr b="0" lang="ko-KR" sz="2400" spc="-1" strike="noStrike">
                <a:solidFill>
                  <a:schemeClr val="dk1"/>
                </a:solidFill>
                <a:latin typeface="Calibri"/>
              </a:rPr>
              <a:t>번째 개요 수준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3</a:t>
            </a:r>
            <a:r>
              <a:rPr b="0" lang="ko-KR" sz="2000" spc="-1" strike="noStrike">
                <a:solidFill>
                  <a:schemeClr val="dk1"/>
                </a:solidFill>
                <a:latin typeface="Calibri"/>
              </a:rPr>
              <a:t>번째 개요 수준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4</a:t>
            </a:r>
            <a:r>
              <a:rPr b="0" lang="ko-KR" sz="2000" spc="-1" strike="noStrike">
                <a:solidFill>
                  <a:schemeClr val="dk1"/>
                </a:solidFill>
                <a:latin typeface="Calibri"/>
              </a:rPr>
              <a:t>번째 개요 수준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5</a:t>
            </a:r>
            <a:r>
              <a:rPr b="0" lang="ko-KR" sz="2000" spc="-1" strike="noStrike">
                <a:solidFill>
                  <a:schemeClr val="dk1"/>
                </a:solidFill>
                <a:latin typeface="Calibri"/>
              </a:rPr>
              <a:t>번째 개요 수준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6</a:t>
            </a:r>
            <a:r>
              <a:rPr b="0" lang="ko-KR" sz="2000" spc="-1" strike="noStrike">
                <a:solidFill>
                  <a:schemeClr val="dk1"/>
                </a:solidFill>
                <a:latin typeface="Calibri"/>
              </a:rPr>
              <a:t>번째 개요 수준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7</a:t>
            </a:r>
            <a:r>
              <a:rPr b="0" lang="ko-KR" sz="2000" spc="-1" strike="noStrike">
                <a:solidFill>
                  <a:schemeClr val="dk1"/>
                </a:solidFill>
                <a:latin typeface="Calibri"/>
              </a:rPr>
              <a:t>번째 개요 수준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e51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0"/>
          <p:cNvSpPr/>
          <p:nvPr/>
        </p:nvSpPr>
        <p:spPr>
          <a:xfrm>
            <a:off x="7238880" y="3238560"/>
            <a:ext cx="1904760" cy="1904760"/>
          </a:xfrm>
          <a:prstGeom prst="roundRect">
            <a:avLst>
              <a:gd name="adj" fmla="val 100000"/>
            </a:avLst>
          </a:prstGeom>
          <a:solidFill>
            <a:srgbClr val="ffffff">
              <a:alpha val="1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9" name="Text 1"/>
          <p:cNvSpPr/>
          <p:nvPr/>
        </p:nvSpPr>
        <p:spPr>
          <a:xfrm>
            <a:off x="2286000" y="1015920"/>
            <a:ext cx="4571640" cy="355320"/>
          </a:xfrm>
          <a:prstGeom prst="roundRect">
            <a:avLst>
              <a:gd name="adj" fmla="val 50007"/>
            </a:avLst>
          </a:prstGeom>
          <a:solidFill>
            <a:srgbClr val="d8e9a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0" name="Text 2"/>
          <p:cNvSpPr/>
          <p:nvPr/>
        </p:nvSpPr>
        <p:spPr>
          <a:xfrm>
            <a:off x="3683880" y="1112760"/>
            <a:ext cx="1953360" cy="161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1e5128"/>
                </a:solidFill>
                <a:latin typeface="Malgun Gothic"/>
                <a:ea typeface="Malgun Gothic"/>
              </a:rPr>
              <a:t>PROJECT EXECUTION PLAN</a:t>
            </a:r>
            <a:endParaRPr b="0" lang="en-US" sz="1100" spc="-1" strike="noStrike">
              <a:solidFill>
                <a:srgbClr val="ffffff"/>
              </a:solidFill>
              <a:latin typeface="Noto Sans CJK KR"/>
            </a:endParaRPr>
          </a:p>
        </p:txBody>
      </p:sp>
      <p:sp>
        <p:nvSpPr>
          <p:cNvPr id="11" name="Text 3"/>
          <p:cNvSpPr/>
          <p:nvPr/>
        </p:nvSpPr>
        <p:spPr>
          <a:xfrm>
            <a:off x="380880" y="1650960"/>
            <a:ext cx="838152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 defTabSz="914400">
              <a:lnSpc>
                <a:spcPts val="4680"/>
              </a:lnSpc>
              <a:tabLst>
                <a:tab algn="l" pos="0"/>
              </a:tabLst>
            </a:pPr>
            <a:r>
              <a:rPr b="1" lang="ko-KR" sz="3600" spc="-1" strike="noStrike">
                <a:solidFill>
                  <a:srgbClr val="ffffff"/>
                </a:solidFill>
                <a:latin typeface="Malgun Gothic"/>
                <a:ea typeface="Malgun Gothic"/>
              </a:rPr>
              <a:t>스마트 물류관리 시스템 구축</a:t>
            </a:r>
            <a:endParaRPr b="0" lang="en-US" sz="3600" spc="-1" strike="noStrike">
              <a:solidFill>
                <a:srgbClr val="ffffff"/>
              </a:solidFill>
              <a:latin typeface="Noto Sans CJK KR"/>
            </a:endParaRPr>
          </a:p>
        </p:txBody>
      </p:sp>
      <p:sp>
        <p:nvSpPr>
          <p:cNvPr id="12" name="Text 4"/>
          <p:cNvSpPr/>
          <p:nvPr/>
        </p:nvSpPr>
        <p:spPr>
          <a:xfrm>
            <a:off x="380880" y="2793960"/>
            <a:ext cx="8381520" cy="237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ko-KR" sz="1600" spc="-1" strike="noStrike">
                <a:solidFill>
                  <a:srgbClr val="d8e9a8"/>
                </a:solidFill>
                <a:latin typeface="Malgun Gothic"/>
                <a:ea typeface="Malgun Gothic"/>
              </a:rPr>
              <a:t>프로젝트 수행계획서 </a:t>
            </a:r>
            <a:r>
              <a:rPr b="0" lang="en-US" sz="1600" spc="-1" strike="noStrike">
                <a:solidFill>
                  <a:srgbClr val="d8e9a8"/>
                </a:solidFill>
                <a:latin typeface="Malgun Gothic"/>
                <a:ea typeface="Malgun Gothic"/>
              </a:rPr>
              <a:t>(</a:t>
            </a:r>
            <a:r>
              <a:rPr b="0" lang="ko-KR" sz="1600" spc="-1" strike="noStrike">
                <a:solidFill>
                  <a:srgbClr val="d8e9a8"/>
                </a:solidFill>
                <a:latin typeface="Malgun Gothic"/>
                <a:ea typeface="Malgun Gothic"/>
              </a:rPr>
              <a:t>착수보고</a:t>
            </a:r>
            <a:r>
              <a:rPr b="0" lang="en-US" sz="1600" spc="-1" strike="noStrike">
                <a:solidFill>
                  <a:srgbClr val="d8e9a8"/>
                </a:solidFill>
                <a:latin typeface="Malgun Gothic"/>
                <a:ea typeface="Malgun Gothic"/>
              </a:rPr>
              <a:t>)</a:t>
            </a:r>
            <a:endParaRPr b="0" lang="en-US" sz="1600" spc="-1" strike="noStrike">
              <a:solidFill>
                <a:srgbClr val="ffffff"/>
              </a:solidFill>
              <a:latin typeface="Noto Sans CJK KR"/>
            </a:endParaRPr>
          </a:p>
        </p:txBody>
      </p:sp>
      <p:sp>
        <p:nvSpPr>
          <p:cNvPr id="13" name="Text 5"/>
          <p:cNvSpPr/>
          <p:nvPr/>
        </p:nvSpPr>
        <p:spPr>
          <a:xfrm>
            <a:off x="380880" y="3867120"/>
            <a:ext cx="8381520" cy="180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 defTabSz="914400">
              <a:lnSpc>
                <a:spcPct val="100000"/>
              </a:lnSpc>
              <a:spcAft>
                <a:spcPts val="601"/>
              </a:spcAft>
              <a:tabLst>
                <a:tab algn="l" pos="0"/>
              </a:tabLst>
            </a:pPr>
            <a:r>
              <a:rPr b="0" lang="en-US" sz="1200" spc="-1" strike="noStrike">
                <a:solidFill>
                  <a:srgbClr val="ffffff"/>
                </a:solidFill>
                <a:latin typeface="Malgun Gothic"/>
                <a:ea typeface="Malgun Gothic"/>
              </a:rPr>
              <a:t>(</a:t>
            </a:r>
            <a:r>
              <a:rPr b="0" lang="ko-KR" sz="1200" spc="-1" strike="noStrike">
                <a:solidFill>
                  <a:srgbClr val="ffffff"/>
                </a:solidFill>
                <a:latin typeface="Malgun Gothic"/>
                <a:ea typeface="Malgun Gothic"/>
              </a:rPr>
              <a:t>주</a:t>
            </a:r>
            <a:r>
              <a:rPr b="0" lang="en-US" sz="1200" spc="-1" strike="noStrike">
                <a:solidFill>
                  <a:srgbClr val="ffffff"/>
                </a:solidFill>
                <a:latin typeface="Malgun Gothic"/>
                <a:ea typeface="Malgun Gothic"/>
              </a:rPr>
              <a:t>)</a:t>
            </a:r>
            <a:r>
              <a:rPr b="0" lang="ko-KR" sz="1200" spc="-1" strike="noStrike">
                <a:solidFill>
                  <a:srgbClr val="ffffff"/>
                </a:solidFill>
                <a:latin typeface="Malgun Gothic"/>
                <a:ea typeface="Malgun Gothic"/>
              </a:rPr>
              <a:t>테크솔루션</a:t>
            </a:r>
            <a:endParaRPr b="0" lang="en-US" sz="1200" spc="-1" strike="noStrike">
              <a:solidFill>
                <a:srgbClr val="ffffff"/>
              </a:solidFill>
              <a:latin typeface="Noto Sans CJK KR"/>
            </a:endParaRPr>
          </a:p>
        </p:txBody>
      </p:sp>
      <p:sp>
        <p:nvSpPr>
          <p:cNvPr id="14" name="Text 6"/>
          <p:cNvSpPr/>
          <p:nvPr/>
        </p:nvSpPr>
        <p:spPr>
          <a:xfrm>
            <a:off x="380880" y="4124160"/>
            <a:ext cx="8381520" cy="180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 defTabSz="914400">
              <a:lnSpc>
                <a:spcPct val="100000"/>
              </a:lnSpc>
              <a:spcAft>
                <a:spcPts val="601"/>
              </a:spcAft>
              <a:tabLst>
                <a:tab algn="l" pos="0"/>
              </a:tabLst>
            </a:pPr>
            <a:r>
              <a:rPr b="0" lang="en-US" sz="1200" spc="-1" strike="noStrike">
                <a:solidFill>
                  <a:srgbClr val="ffffff"/>
                </a:solidFill>
                <a:latin typeface="Malgun Gothic"/>
                <a:ea typeface="Malgun Gothic"/>
              </a:rPr>
              <a:t>2025.01.06</a:t>
            </a:r>
            <a:endParaRPr b="0" lang="en-US" sz="1200" spc="-1" strike="noStrike">
              <a:solidFill>
                <a:srgbClr val="ffffff"/>
              </a:solidFill>
              <a:latin typeface="Noto Sans CJK KR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0"/>
          <p:cNvSpPr/>
          <p:nvPr/>
        </p:nvSpPr>
        <p:spPr>
          <a:xfrm>
            <a:off x="507960" y="380880"/>
            <a:ext cx="1658880" cy="428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800" spc="-1" strike="noStrike">
                <a:solidFill>
                  <a:srgbClr val="1e5128"/>
                </a:solidFill>
                <a:latin typeface="Malgun Gothic"/>
                <a:ea typeface="Malgun Gothic"/>
              </a:rPr>
              <a:t>Contents</a:t>
            </a:r>
            <a:endParaRPr b="0" lang="en-US" sz="28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16" name="Text 1"/>
          <p:cNvSpPr/>
          <p:nvPr/>
        </p:nvSpPr>
        <p:spPr>
          <a:xfrm>
            <a:off x="507960" y="863640"/>
            <a:ext cx="1015560" cy="50400"/>
          </a:xfrm>
          <a:prstGeom prst="rect">
            <a:avLst/>
          </a:prstGeom>
          <a:solidFill>
            <a:srgbClr val="4e9f3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5760" bIns="576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7" name="Text 2"/>
          <p:cNvSpPr/>
          <p:nvPr/>
        </p:nvSpPr>
        <p:spPr>
          <a:xfrm>
            <a:off x="507960" y="1270080"/>
            <a:ext cx="1422000" cy="1641240"/>
          </a:xfrm>
          <a:prstGeom prst="roundRect">
            <a:avLst>
              <a:gd name="adj" fmla="val 7142"/>
            </a:avLst>
          </a:prstGeom>
          <a:solidFill>
            <a:srgbClr val="f4f6f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8" name="Shape 3"/>
          <p:cNvSpPr/>
          <p:nvPr/>
        </p:nvSpPr>
        <p:spPr>
          <a:xfrm>
            <a:off x="531720" y="1269720"/>
            <a:ext cx="360" cy="1641600"/>
          </a:xfrm>
          <a:prstGeom prst="line">
            <a:avLst/>
          </a:prstGeom>
          <a:ln w="47625">
            <a:solidFill>
              <a:srgbClr val="1e512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19" name="Text 4"/>
          <p:cNvSpPr/>
          <p:nvPr/>
        </p:nvSpPr>
        <p:spPr>
          <a:xfrm>
            <a:off x="745920" y="1523880"/>
            <a:ext cx="1092960" cy="37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spcAft>
                <a:spcPts val="1001"/>
              </a:spcAft>
              <a:tabLst>
                <a:tab algn="l" pos="0"/>
              </a:tabLst>
            </a:pPr>
            <a:r>
              <a:rPr b="1" lang="en-US" sz="2400" spc="-1" strike="noStrike">
                <a:solidFill>
                  <a:srgbClr val="1e5128"/>
                </a:solidFill>
                <a:latin typeface="Malgun Gothic"/>
                <a:ea typeface="Malgun Gothic"/>
              </a:rPr>
              <a:t>01</a:t>
            </a:r>
            <a:endParaRPr b="0" lang="en-US" sz="24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20" name="Text 5"/>
          <p:cNvSpPr/>
          <p:nvPr/>
        </p:nvSpPr>
        <p:spPr>
          <a:xfrm>
            <a:off x="745920" y="2022120"/>
            <a:ext cx="1092960" cy="195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ts val="1539"/>
              </a:lnSpc>
              <a:tabLst>
                <a:tab algn="l" pos="0"/>
              </a:tabLst>
            </a:pPr>
            <a:r>
              <a:rPr b="1" lang="ko-KR" sz="1100" spc="-1" strike="noStrike">
                <a:solidFill>
                  <a:srgbClr val="191a19"/>
                </a:solidFill>
                <a:latin typeface="Malgun Gothic"/>
                <a:ea typeface="Malgun Gothic"/>
              </a:rPr>
              <a:t>프로젝트 개요</a:t>
            </a:r>
            <a:endParaRPr b="0" lang="en-US" sz="11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21" name="Text 6"/>
          <p:cNvSpPr/>
          <p:nvPr/>
        </p:nvSpPr>
        <p:spPr>
          <a:xfrm>
            <a:off x="745920" y="2319480"/>
            <a:ext cx="1092960" cy="14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spcBef>
                <a:spcPts val="799"/>
              </a:spcBef>
              <a:tabLst>
                <a:tab algn="l" pos="0"/>
              </a:tabLst>
            </a:pPr>
            <a:r>
              <a:rPr b="0" lang="ko-KR" sz="900" spc="-1" strike="noStrike">
                <a:solidFill>
                  <a:srgbClr val="aab7b8"/>
                </a:solidFill>
                <a:latin typeface="Malgun Gothic"/>
                <a:ea typeface="Malgun Gothic"/>
              </a:rPr>
              <a:t>배경</a:t>
            </a:r>
            <a:r>
              <a:rPr b="0" lang="en-US" sz="900" spc="-1" strike="noStrike">
                <a:solidFill>
                  <a:srgbClr val="aab7b8"/>
                </a:solidFill>
                <a:latin typeface="Malgun Gothic"/>
                <a:ea typeface="Malgun Gothic"/>
              </a:rPr>
              <a:t>, </a:t>
            </a:r>
            <a:r>
              <a:rPr b="0" lang="ko-KR" sz="900" spc="-1" strike="noStrike">
                <a:solidFill>
                  <a:srgbClr val="aab7b8"/>
                </a:solidFill>
                <a:latin typeface="Malgun Gothic"/>
                <a:ea typeface="Malgun Gothic"/>
              </a:rPr>
              <a:t>목적</a:t>
            </a:r>
            <a:r>
              <a:rPr b="0" lang="en-US" sz="900" spc="-1" strike="noStrike">
                <a:solidFill>
                  <a:srgbClr val="aab7b8"/>
                </a:solidFill>
                <a:latin typeface="Malgun Gothic"/>
                <a:ea typeface="Malgun Gothic"/>
              </a:rPr>
              <a:t>, </a:t>
            </a:r>
            <a:r>
              <a:rPr b="0" lang="ko-KR" sz="900" spc="-1" strike="noStrike">
                <a:solidFill>
                  <a:srgbClr val="aab7b8"/>
                </a:solidFill>
                <a:latin typeface="Malgun Gothic"/>
                <a:ea typeface="Malgun Gothic"/>
              </a:rPr>
              <a:t>범위</a:t>
            </a:r>
            <a:endParaRPr b="0" lang="en-US" sz="9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22" name="Text 7"/>
          <p:cNvSpPr/>
          <p:nvPr/>
        </p:nvSpPr>
        <p:spPr>
          <a:xfrm>
            <a:off x="2184480" y="1270080"/>
            <a:ext cx="1422000" cy="1641240"/>
          </a:xfrm>
          <a:prstGeom prst="roundRect">
            <a:avLst>
              <a:gd name="adj" fmla="val 7142"/>
            </a:avLst>
          </a:prstGeom>
          <a:solidFill>
            <a:srgbClr val="f4f6f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3" name="Shape 8"/>
          <p:cNvSpPr/>
          <p:nvPr/>
        </p:nvSpPr>
        <p:spPr>
          <a:xfrm>
            <a:off x="2207880" y="1269720"/>
            <a:ext cx="360" cy="1641600"/>
          </a:xfrm>
          <a:prstGeom prst="line">
            <a:avLst/>
          </a:prstGeom>
          <a:ln w="47625">
            <a:solidFill>
              <a:srgbClr val="1e512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24" name="Text 9"/>
          <p:cNvSpPr/>
          <p:nvPr/>
        </p:nvSpPr>
        <p:spPr>
          <a:xfrm>
            <a:off x="2422440" y="1523880"/>
            <a:ext cx="1092960" cy="37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spcAft>
                <a:spcPts val="1001"/>
              </a:spcAft>
              <a:tabLst>
                <a:tab algn="l" pos="0"/>
              </a:tabLst>
            </a:pPr>
            <a:r>
              <a:rPr b="1" lang="en-US" sz="2400" spc="-1" strike="noStrike">
                <a:solidFill>
                  <a:srgbClr val="1e5128"/>
                </a:solidFill>
                <a:latin typeface="Malgun Gothic"/>
                <a:ea typeface="Malgun Gothic"/>
              </a:rPr>
              <a:t>02</a:t>
            </a:r>
            <a:endParaRPr b="0" lang="en-US" sz="24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25" name="Text 10"/>
          <p:cNvSpPr/>
          <p:nvPr/>
        </p:nvSpPr>
        <p:spPr>
          <a:xfrm>
            <a:off x="2422440" y="2022120"/>
            <a:ext cx="1092960" cy="390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ts val="1539"/>
              </a:lnSpc>
              <a:tabLst>
                <a:tab algn="l" pos="0"/>
              </a:tabLst>
            </a:pPr>
            <a:r>
              <a:rPr b="1" lang="ko-KR" sz="1100" spc="-1" strike="noStrike">
                <a:solidFill>
                  <a:srgbClr val="191a19"/>
                </a:solidFill>
                <a:latin typeface="Malgun Gothic"/>
                <a:ea typeface="Malgun Gothic"/>
              </a:rPr>
              <a:t>추진 전략 및 방법론</a:t>
            </a:r>
            <a:endParaRPr b="0" lang="en-US" sz="11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26" name="Text 11"/>
          <p:cNvSpPr/>
          <p:nvPr/>
        </p:nvSpPr>
        <p:spPr>
          <a:xfrm>
            <a:off x="2422440" y="2514960"/>
            <a:ext cx="1092960" cy="14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spcBef>
                <a:spcPts val="799"/>
              </a:spcBef>
              <a:tabLst>
                <a:tab algn="l" pos="0"/>
              </a:tabLst>
            </a:pPr>
            <a:r>
              <a:rPr b="0" lang="ko-KR" sz="900" spc="-1" strike="noStrike">
                <a:solidFill>
                  <a:srgbClr val="aab7b8"/>
                </a:solidFill>
                <a:latin typeface="Malgun Gothic"/>
                <a:ea typeface="Malgun Gothic"/>
              </a:rPr>
              <a:t>전략</a:t>
            </a:r>
            <a:r>
              <a:rPr b="0" lang="en-US" sz="900" spc="-1" strike="noStrike">
                <a:solidFill>
                  <a:srgbClr val="aab7b8"/>
                </a:solidFill>
                <a:latin typeface="Malgun Gothic"/>
                <a:ea typeface="Malgun Gothic"/>
              </a:rPr>
              <a:t>, </a:t>
            </a:r>
            <a:r>
              <a:rPr b="0" lang="ko-KR" sz="900" spc="-1" strike="noStrike">
                <a:solidFill>
                  <a:srgbClr val="aab7b8"/>
                </a:solidFill>
                <a:latin typeface="Malgun Gothic"/>
                <a:ea typeface="Malgun Gothic"/>
              </a:rPr>
              <a:t>기술 아키텍처</a:t>
            </a:r>
            <a:endParaRPr b="0" lang="en-US" sz="9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27" name="Text 12"/>
          <p:cNvSpPr/>
          <p:nvPr/>
        </p:nvSpPr>
        <p:spPr>
          <a:xfrm>
            <a:off x="3860640" y="1270080"/>
            <a:ext cx="1422000" cy="1641240"/>
          </a:xfrm>
          <a:prstGeom prst="roundRect">
            <a:avLst>
              <a:gd name="adj" fmla="val 7142"/>
            </a:avLst>
          </a:prstGeom>
          <a:solidFill>
            <a:srgbClr val="f4f6f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8" name="Shape 13"/>
          <p:cNvSpPr/>
          <p:nvPr/>
        </p:nvSpPr>
        <p:spPr>
          <a:xfrm>
            <a:off x="3884400" y="1269720"/>
            <a:ext cx="360" cy="1641600"/>
          </a:xfrm>
          <a:prstGeom prst="line">
            <a:avLst/>
          </a:prstGeom>
          <a:ln w="47625">
            <a:solidFill>
              <a:srgbClr val="1e512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29" name="Text 14"/>
          <p:cNvSpPr/>
          <p:nvPr/>
        </p:nvSpPr>
        <p:spPr>
          <a:xfrm>
            <a:off x="4098960" y="1523880"/>
            <a:ext cx="1092960" cy="37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spcAft>
                <a:spcPts val="1001"/>
              </a:spcAft>
              <a:tabLst>
                <a:tab algn="l" pos="0"/>
              </a:tabLst>
            </a:pPr>
            <a:r>
              <a:rPr b="1" lang="en-US" sz="2400" spc="-1" strike="noStrike">
                <a:solidFill>
                  <a:srgbClr val="1e5128"/>
                </a:solidFill>
                <a:latin typeface="Malgun Gothic"/>
                <a:ea typeface="Malgun Gothic"/>
              </a:rPr>
              <a:t>03</a:t>
            </a:r>
            <a:endParaRPr b="0" lang="en-US" sz="24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30" name="Text 15"/>
          <p:cNvSpPr/>
          <p:nvPr/>
        </p:nvSpPr>
        <p:spPr>
          <a:xfrm>
            <a:off x="4098960" y="2022120"/>
            <a:ext cx="1092960" cy="195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ts val="1539"/>
              </a:lnSpc>
              <a:tabLst>
                <a:tab algn="l" pos="0"/>
              </a:tabLst>
            </a:pPr>
            <a:r>
              <a:rPr b="1" lang="ko-KR" sz="1100" spc="-1" strike="noStrike">
                <a:solidFill>
                  <a:srgbClr val="191a19"/>
                </a:solidFill>
                <a:latin typeface="Malgun Gothic"/>
                <a:ea typeface="Malgun Gothic"/>
              </a:rPr>
              <a:t>프로젝트 조직</a:t>
            </a:r>
            <a:endParaRPr b="0" lang="en-US" sz="11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31" name="Text 16"/>
          <p:cNvSpPr/>
          <p:nvPr/>
        </p:nvSpPr>
        <p:spPr>
          <a:xfrm>
            <a:off x="4098960" y="2319480"/>
            <a:ext cx="1092960" cy="14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spcBef>
                <a:spcPts val="799"/>
              </a:spcBef>
              <a:tabLst>
                <a:tab algn="l" pos="0"/>
              </a:tabLst>
            </a:pPr>
            <a:r>
              <a:rPr b="0" lang="ko-KR" sz="900" spc="-1" strike="noStrike">
                <a:solidFill>
                  <a:srgbClr val="aab7b8"/>
                </a:solidFill>
                <a:latin typeface="Malgun Gothic"/>
                <a:ea typeface="Malgun Gothic"/>
              </a:rPr>
              <a:t>조직 구성</a:t>
            </a:r>
            <a:r>
              <a:rPr b="0" lang="en-US" sz="900" spc="-1" strike="noStrike">
                <a:solidFill>
                  <a:srgbClr val="aab7b8"/>
                </a:solidFill>
                <a:latin typeface="Malgun Gothic"/>
                <a:ea typeface="Malgun Gothic"/>
              </a:rPr>
              <a:t>, R&amp;R</a:t>
            </a:r>
            <a:endParaRPr b="0" lang="en-US" sz="9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32" name="Text 17"/>
          <p:cNvSpPr/>
          <p:nvPr/>
        </p:nvSpPr>
        <p:spPr>
          <a:xfrm>
            <a:off x="5537160" y="1270080"/>
            <a:ext cx="1422000" cy="1641240"/>
          </a:xfrm>
          <a:prstGeom prst="roundRect">
            <a:avLst>
              <a:gd name="adj" fmla="val 7142"/>
            </a:avLst>
          </a:prstGeom>
          <a:solidFill>
            <a:srgbClr val="f4f6f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3" name="Shape 18"/>
          <p:cNvSpPr/>
          <p:nvPr/>
        </p:nvSpPr>
        <p:spPr>
          <a:xfrm>
            <a:off x="5560920" y="1269720"/>
            <a:ext cx="360" cy="1641600"/>
          </a:xfrm>
          <a:prstGeom prst="line">
            <a:avLst/>
          </a:prstGeom>
          <a:ln w="47625">
            <a:solidFill>
              <a:srgbClr val="1e512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34" name="Text 19"/>
          <p:cNvSpPr/>
          <p:nvPr/>
        </p:nvSpPr>
        <p:spPr>
          <a:xfrm>
            <a:off x="5775120" y="1523880"/>
            <a:ext cx="1092960" cy="37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spcAft>
                <a:spcPts val="1001"/>
              </a:spcAft>
              <a:tabLst>
                <a:tab algn="l" pos="0"/>
              </a:tabLst>
            </a:pPr>
            <a:r>
              <a:rPr b="1" lang="en-US" sz="2400" spc="-1" strike="noStrike">
                <a:solidFill>
                  <a:srgbClr val="1e5128"/>
                </a:solidFill>
                <a:latin typeface="Malgun Gothic"/>
                <a:ea typeface="Malgun Gothic"/>
              </a:rPr>
              <a:t>04</a:t>
            </a:r>
            <a:endParaRPr b="0" lang="en-US" sz="24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35" name="Text 20"/>
          <p:cNvSpPr/>
          <p:nvPr/>
        </p:nvSpPr>
        <p:spPr>
          <a:xfrm>
            <a:off x="5775120" y="2022120"/>
            <a:ext cx="1092960" cy="195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ts val="1539"/>
              </a:lnSpc>
              <a:tabLst>
                <a:tab algn="l" pos="0"/>
              </a:tabLst>
            </a:pPr>
            <a:r>
              <a:rPr b="1" lang="ko-KR" sz="1100" spc="-1" strike="noStrike">
                <a:solidFill>
                  <a:srgbClr val="191a19"/>
                </a:solidFill>
                <a:latin typeface="Malgun Gothic"/>
                <a:ea typeface="Malgun Gothic"/>
              </a:rPr>
              <a:t>프로젝트 일정</a:t>
            </a:r>
            <a:endParaRPr b="0" lang="en-US" sz="11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36" name="Text 21"/>
          <p:cNvSpPr/>
          <p:nvPr/>
        </p:nvSpPr>
        <p:spPr>
          <a:xfrm>
            <a:off x="5775120" y="2319480"/>
            <a:ext cx="1092960" cy="28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spcBef>
                <a:spcPts val="799"/>
              </a:spcBef>
              <a:tabLst>
                <a:tab algn="l" pos="0"/>
              </a:tabLst>
            </a:pPr>
            <a:r>
              <a:rPr b="0" lang="ko-KR" sz="900" spc="-1" strike="noStrike">
                <a:solidFill>
                  <a:srgbClr val="aab7b8"/>
                </a:solidFill>
                <a:latin typeface="Malgun Gothic"/>
                <a:ea typeface="Malgun Gothic"/>
              </a:rPr>
              <a:t>마스터 일정</a:t>
            </a:r>
            <a:r>
              <a:rPr b="0" lang="en-US" sz="900" spc="-1" strike="noStrike">
                <a:solidFill>
                  <a:srgbClr val="aab7b8"/>
                </a:solidFill>
                <a:latin typeface="Malgun Gothic"/>
                <a:ea typeface="Malgun Gothic"/>
              </a:rPr>
              <a:t>, </a:t>
            </a:r>
            <a:r>
              <a:rPr b="0" lang="ko-KR" sz="900" spc="-1" strike="noStrike">
                <a:solidFill>
                  <a:srgbClr val="aab7b8"/>
                </a:solidFill>
                <a:latin typeface="Malgun Gothic"/>
                <a:ea typeface="Malgun Gothic"/>
              </a:rPr>
              <a:t>마일스톤</a:t>
            </a:r>
            <a:endParaRPr b="0" lang="en-US" sz="9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37" name="Text 22"/>
          <p:cNvSpPr/>
          <p:nvPr/>
        </p:nvSpPr>
        <p:spPr>
          <a:xfrm>
            <a:off x="7213680" y="1270080"/>
            <a:ext cx="1422000" cy="1641240"/>
          </a:xfrm>
          <a:prstGeom prst="roundRect">
            <a:avLst>
              <a:gd name="adj" fmla="val 7142"/>
            </a:avLst>
          </a:prstGeom>
          <a:solidFill>
            <a:srgbClr val="f4f6f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8" name="Shape 23"/>
          <p:cNvSpPr/>
          <p:nvPr/>
        </p:nvSpPr>
        <p:spPr>
          <a:xfrm>
            <a:off x="7237080" y="1269720"/>
            <a:ext cx="360" cy="1641600"/>
          </a:xfrm>
          <a:prstGeom prst="line">
            <a:avLst/>
          </a:prstGeom>
          <a:ln w="47625">
            <a:solidFill>
              <a:srgbClr val="1e512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39" name="Text 24"/>
          <p:cNvSpPr/>
          <p:nvPr/>
        </p:nvSpPr>
        <p:spPr>
          <a:xfrm>
            <a:off x="7451640" y="1523880"/>
            <a:ext cx="1092960" cy="37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spcAft>
                <a:spcPts val="1001"/>
              </a:spcAft>
              <a:tabLst>
                <a:tab algn="l" pos="0"/>
              </a:tabLst>
            </a:pPr>
            <a:r>
              <a:rPr b="1" lang="en-US" sz="2400" spc="-1" strike="noStrike">
                <a:solidFill>
                  <a:srgbClr val="1e5128"/>
                </a:solidFill>
                <a:latin typeface="Malgun Gothic"/>
                <a:ea typeface="Malgun Gothic"/>
              </a:rPr>
              <a:t>05</a:t>
            </a:r>
            <a:endParaRPr b="0" lang="en-US" sz="24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40" name="Text 25"/>
          <p:cNvSpPr/>
          <p:nvPr/>
        </p:nvSpPr>
        <p:spPr>
          <a:xfrm>
            <a:off x="7451640" y="2022120"/>
            <a:ext cx="1092960" cy="195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ts val="1539"/>
              </a:lnSpc>
              <a:tabLst>
                <a:tab algn="l" pos="0"/>
              </a:tabLst>
            </a:pPr>
            <a:r>
              <a:rPr b="1" lang="ko-KR" sz="1100" spc="-1" strike="noStrike">
                <a:solidFill>
                  <a:srgbClr val="191a19"/>
                </a:solidFill>
                <a:latin typeface="Malgun Gothic"/>
                <a:ea typeface="Malgun Gothic"/>
              </a:rPr>
              <a:t>품질 및 위험 관리</a:t>
            </a:r>
            <a:endParaRPr b="0" lang="en-US" sz="11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41" name="Text 26"/>
          <p:cNvSpPr/>
          <p:nvPr/>
        </p:nvSpPr>
        <p:spPr>
          <a:xfrm>
            <a:off x="7451640" y="2319480"/>
            <a:ext cx="1092960" cy="14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spcBef>
                <a:spcPts val="799"/>
              </a:spcBef>
              <a:tabLst>
                <a:tab algn="l" pos="0"/>
              </a:tabLst>
            </a:pPr>
            <a:r>
              <a:rPr b="0" lang="ko-KR" sz="900" spc="-1" strike="noStrike">
                <a:solidFill>
                  <a:srgbClr val="aab7b8"/>
                </a:solidFill>
                <a:latin typeface="Malgun Gothic"/>
                <a:ea typeface="Malgun Gothic"/>
              </a:rPr>
              <a:t>품질</a:t>
            </a:r>
            <a:r>
              <a:rPr b="0" lang="en-US" sz="900" spc="-1" strike="noStrike">
                <a:solidFill>
                  <a:srgbClr val="aab7b8"/>
                </a:solidFill>
                <a:latin typeface="Malgun Gothic"/>
                <a:ea typeface="Malgun Gothic"/>
              </a:rPr>
              <a:t>, </a:t>
            </a:r>
            <a:r>
              <a:rPr b="0" lang="ko-KR" sz="900" spc="-1" strike="noStrike">
                <a:solidFill>
                  <a:srgbClr val="aab7b8"/>
                </a:solidFill>
                <a:latin typeface="Malgun Gothic"/>
                <a:ea typeface="Malgun Gothic"/>
              </a:rPr>
              <a:t>보안</a:t>
            </a:r>
            <a:r>
              <a:rPr b="0" lang="en-US" sz="900" spc="-1" strike="noStrike">
                <a:solidFill>
                  <a:srgbClr val="aab7b8"/>
                </a:solidFill>
                <a:latin typeface="Malgun Gothic"/>
                <a:ea typeface="Malgun Gothic"/>
              </a:rPr>
              <a:t>, </a:t>
            </a:r>
            <a:r>
              <a:rPr b="0" lang="ko-KR" sz="900" spc="-1" strike="noStrike">
                <a:solidFill>
                  <a:srgbClr val="aab7b8"/>
                </a:solidFill>
                <a:latin typeface="Malgun Gothic"/>
                <a:ea typeface="Malgun Gothic"/>
              </a:rPr>
              <a:t>리스크</a:t>
            </a:r>
            <a:endParaRPr b="0" lang="en-US" sz="9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42" name="Text 27"/>
          <p:cNvSpPr/>
          <p:nvPr/>
        </p:nvSpPr>
        <p:spPr>
          <a:xfrm>
            <a:off x="507960" y="4737240"/>
            <a:ext cx="8127720" cy="24840"/>
          </a:xfrm>
          <a:prstGeom prst="rect">
            <a:avLst/>
          </a:prstGeom>
          <a:solidFill>
            <a:srgbClr val="d8e9a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19800" bIns="-198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e51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Text 0"/>
          <p:cNvSpPr/>
          <p:nvPr/>
        </p:nvSpPr>
        <p:spPr>
          <a:xfrm>
            <a:off x="6604200" y="0"/>
            <a:ext cx="2539440" cy="2539440"/>
          </a:xfrm>
          <a:prstGeom prst="rect">
            <a:avLst/>
          </a:prstGeom>
          <a:solidFill>
            <a:srgbClr val="4e9f3d">
              <a:alpha val="2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4" name="Text 1"/>
          <p:cNvSpPr/>
          <p:nvPr/>
        </p:nvSpPr>
        <p:spPr>
          <a:xfrm>
            <a:off x="762120" y="1778040"/>
            <a:ext cx="1396440" cy="1095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7200" spc="-1" strike="noStrike">
                <a:solidFill>
                  <a:srgbClr val="ffffff"/>
                </a:solidFill>
                <a:latin typeface="Malgun Gothic"/>
                <a:ea typeface="Malgun Gothic"/>
              </a:rPr>
              <a:t>01</a:t>
            </a:r>
            <a:endParaRPr b="0" lang="en-US" sz="7200" spc="-1" strike="noStrike">
              <a:solidFill>
                <a:srgbClr val="ffffff"/>
              </a:solidFill>
              <a:latin typeface="Noto Sans CJK KR"/>
            </a:endParaRPr>
          </a:p>
        </p:txBody>
      </p:sp>
      <p:sp>
        <p:nvSpPr>
          <p:cNvPr id="45" name="Text 2"/>
          <p:cNvSpPr/>
          <p:nvPr/>
        </p:nvSpPr>
        <p:spPr>
          <a:xfrm>
            <a:off x="2286000" y="2031840"/>
            <a:ext cx="6705360" cy="485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ko-KR" sz="3200" spc="-1" strike="noStrike">
                <a:solidFill>
                  <a:srgbClr val="ffffff"/>
                </a:solidFill>
                <a:latin typeface="Malgun Gothic"/>
                <a:ea typeface="Malgun Gothic"/>
              </a:rPr>
              <a:t>프로젝트 개요</a:t>
            </a:r>
            <a:endParaRPr b="0" lang="en-US" sz="3200" spc="-1" strike="noStrike">
              <a:solidFill>
                <a:srgbClr val="ffffff"/>
              </a:solidFill>
              <a:latin typeface="Noto Sans CJK KR"/>
            </a:endParaRPr>
          </a:p>
        </p:txBody>
      </p:sp>
      <p:sp>
        <p:nvSpPr>
          <p:cNvPr id="46" name="Text 3"/>
          <p:cNvSpPr/>
          <p:nvPr/>
        </p:nvSpPr>
        <p:spPr>
          <a:xfrm>
            <a:off x="2286000" y="2666880"/>
            <a:ext cx="6705360" cy="218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rgbClr val="d8e9a8"/>
                </a:solidFill>
                <a:latin typeface="Malgun Gothic"/>
                <a:ea typeface="Malgun Gothic"/>
              </a:rPr>
              <a:t>Project Overview</a:t>
            </a:r>
            <a:endParaRPr b="0" lang="en-US" sz="1400" spc="-1" strike="noStrike">
              <a:solidFill>
                <a:srgbClr val="ffffff"/>
              </a:solidFill>
              <a:latin typeface="Noto Sans CJK KR"/>
            </a:endParaRPr>
          </a:p>
        </p:txBody>
      </p:sp>
      <p:sp>
        <p:nvSpPr>
          <p:cNvPr id="47" name="Text 4"/>
          <p:cNvSpPr/>
          <p:nvPr/>
        </p:nvSpPr>
        <p:spPr>
          <a:xfrm>
            <a:off x="2286000" y="3174840"/>
            <a:ext cx="761760" cy="50400"/>
          </a:xfrm>
          <a:prstGeom prst="rect">
            <a:avLst/>
          </a:prstGeom>
          <a:solidFill>
            <a:srgbClr val="4e9f3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5760" bIns="576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Text 0"/>
          <p:cNvSpPr/>
          <p:nvPr/>
        </p:nvSpPr>
        <p:spPr>
          <a:xfrm>
            <a:off x="507960" y="317520"/>
            <a:ext cx="2750400" cy="33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ko-KR" sz="2200" spc="-1" strike="noStrike">
                <a:solidFill>
                  <a:srgbClr val="1e5128"/>
                </a:solidFill>
                <a:latin typeface="Malgun Gothic"/>
                <a:ea typeface="Malgun Gothic"/>
              </a:rPr>
              <a:t>프로젝트 배경 및 목적</a:t>
            </a:r>
            <a:endParaRPr b="0" lang="en-US" sz="22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49" name="Text 1"/>
          <p:cNvSpPr/>
          <p:nvPr/>
        </p:nvSpPr>
        <p:spPr>
          <a:xfrm>
            <a:off x="507960" y="698400"/>
            <a:ext cx="761760" cy="37800"/>
          </a:xfrm>
          <a:prstGeom prst="rect">
            <a:avLst/>
          </a:prstGeom>
          <a:solidFill>
            <a:srgbClr val="4e9f3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6840" bIns="-684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0" name="Text 2"/>
          <p:cNvSpPr/>
          <p:nvPr/>
        </p:nvSpPr>
        <p:spPr>
          <a:xfrm>
            <a:off x="507960" y="952560"/>
            <a:ext cx="3936600" cy="1764720"/>
          </a:xfrm>
          <a:prstGeom prst="roundRect">
            <a:avLst>
              <a:gd name="adj" fmla="val 5756"/>
            </a:avLst>
          </a:prstGeom>
          <a:solidFill>
            <a:srgbClr val="f4f6f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1" name="Text 3"/>
          <p:cNvSpPr/>
          <p:nvPr/>
        </p:nvSpPr>
        <p:spPr>
          <a:xfrm>
            <a:off x="698400" y="1143000"/>
            <a:ext cx="3911400" cy="161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spcAft>
                <a:spcPts val="1001"/>
              </a:spcAft>
              <a:tabLst>
                <a:tab algn="l" pos="0"/>
              </a:tabLst>
            </a:pPr>
            <a:r>
              <a:rPr b="1" lang="ko-KR" sz="1100" spc="-1" strike="noStrike">
                <a:solidFill>
                  <a:srgbClr val="1e5128"/>
                </a:solidFill>
                <a:latin typeface="Malgun Gothic"/>
                <a:ea typeface="Malgun Gothic"/>
              </a:rPr>
              <a:t>프로젝트 정보</a:t>
            </a:r>
            <a:endParaRPr b="0" lang="en-US" sz="11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52" name="Text 4"/>
          <p:cNvSpPr/>
          <p:nvPr/>
        </p:nvSpPr>
        <p:spPr>
          <a:xfrm>
            <a:off x="698400" y="1431720"/>
            <a:ext cx="977400" cy="14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ko-KR" sz="900" spc="-1" strike="noStrike">
                <a:solidFill>
                  <a:srgbClr val="aab7b8"/>
                </a:solidFill>
                <a:latin typeface="Malgun Gothic"/>
                <a:ea typeface="Malgun Gothic"/>
              </a:rPr>
              <a:t>프로젝트명</a:t>
            </a:r>
            <a:endParaRPr b="0" lang="en-US" sz="9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53" name="Text 5"/>
          <p:cNvSpPr/>
          <p:nvPr/>
        </p:nvSpPr>
        <p:spPr>
          <a:xfrm>
            <a:off x="1587240" y="1431720"/>
            <a:ext cx="2933640" cy="14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ko-KR" sz="900" spc="-1" strike="noStrike">
                <a:solidFill>
                  <a:srgbClr val="191a19"/>
                </a:solidFill>
                <a:latin typeface="Malgun Gothic"/>
                <a:ea typeface="Malgun Gothic"/>
              </a:rPr>
              <a:t>스마트 물류관리 시스템 구축</a:t>
            </a:r>
            <a:endParaRPr b="0" lang="en-US" sz="9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54" name="Text 6"/>
          <p:cNvSpPr/>
          <p:nvPr/>
        </p:nvSpPr>
        <p:spPr>
          <a:xfrm>
            <a:off x="698400" y="1650960"/>
            <a:ext cx="977400" cy="14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ko-KR" sz="900" spc="-1" strike="noStrike">
                <a:solidFill>
                  <a:srgbClr val="aab7b8"/>
                </a:solidFill>
                <a:latin typeface="Malgun Gothic"/>
                <a:ea typeface="Malgun Gothic"/>
              </a:rPr>
              <a:t>발주기관</a:t>
            </a:r>
            <a:endParaRPr b="0" lang="en-US" sz="9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55" name="Text 7"/>
          <p:cNvSpPr/>
          <p:nvPr/>
        </p:nvSpPr>
        <p:spPr>
          <a:xfrm>
            <a:off x="1587240" y="1650960"/>
            <a:ext cx="2933640" cy="14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00" spc="-1" strike="noStrike">
                <a:solidFill>
                  <a:srgbClr val="191a19"/>
                </a:solidFill>
                <a:latin typeface="Malgun Gothic"/>
                <a:ea typeface="Malgun Gothic"/>
              </a:rPr>
              <a:t>(</a:t>
            </a:r>
            <a:r>
              <a:rPr b="1" lang="ko-KR" sz="900" spc="-1" strike="noStrike">
                <a:solidFill>
                  <a:srgbClr val="191a19"/>
                </a:solidFill>
                <a:latin typeface="Malgun Gothic"/>
                <a:ea typeface="Malgun Gothic"/>
              </a:rPr>
              <a:t>주</a:t>
            </a:r>
            <a:r>
              <a:rPr b="1" lang="en-US" sz="900" spc="-1" strike="noStrike">
                <a:solidFill>
                  <a:srgbClr val="191a19"/>
                </a:solidFill>
                <a:latin typeface="Malgun Gothic"/>
                <a:ea typeface="Malgun Gothic"/>
              </a:rPr>
              <a:t>)</a:t>
            </a:r>
            <a:r>
              <a:rPr b="1" lang="ko-KR" sz="900" spc="-1" strike="noStrike">
                <a:solidFill>
                  <a:srgbClr val="191a19"/>
                </a:solidFill>
                <a:latin typeface="Malgun Gothic"/>
                <a:ea typeface="Malgun Gothic"/>
              </a:rPr>
              <a:t>글로벌물류</a:t>
            </a:r>
            <a:endParaRPr b="0" lang="en-US" sz="9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56" name="Text 8"/>
          <p:cNvSpPr/>
          <p:nvPr/>
        </p:nvSpPr>
        <p:spPr>
          <a:xfrm>
            <a:off x="698400" y="1870200"/>
            <a:ext cx="977400" cy="14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ko-KR" sz="900" spc="-1" strike="noStrike">
                <a:solidFill>
                  <a:srgbClr val="aab7b8"/>
                </a:solidFill>
                <a:latin typeface="Malgun Gothic"/>
                <a:ea typeface="Malgun Gothic"/>
              </a:rPr>
              <a:t>수행사</a:t>
            </a:r>
            <a:endParaRPr b="0" lang="en-US" sz="9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57" name="Text 9"/>
          <p:cNvSpPr/>
          <p:nvPr/>
        </p:nvSpPr>
        <p:spPr>
          <a:xfrm>
            <a:off x="1587240" y="1870200"/>
            <a:ext cx="2933640" cy="14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00" spc="-1" strike="noStrike">
                <a:solidFill>
                  <a:srgbClr val="191a19"/>
                </a:solidFill>
                <a:latin typeface="Malgun Gothic"/>
                <a:ea typeface="Malgun Gothic"/>
              </a:rPr>
              <a:t>(</a:t>
            </a:r>
            <a:r>
              <a:rPr b="1" lang="ko-KR" sz="900" spc="-1" strike="noStrike">
                <a:solidFill>
                  <a:srgbClr val="191a19"/>
                </a:solidFill>
                <a:latin typeface="Malgun Gothic"/>
                <a:ea typeface="Malgun Gothic"/>
              </a:rPr>
              <a:t>주</a:t>
            </a:r>
            <a:r>
              <a:rPr b="1" lang="en-US" sz="900" spc="-1" strike="noStrike">
                <a:solidFill>
                  <a:srgbClr val="191a19"/>
                </a:solidFill>
                <a:latin typeface="Malgun Gothic"/>
                <a:ea typeface="Malgun Gothic"/>
              </a:rPr>
              <a:t>)</a:t>
            </a:r>
            <a:r>
              <a:rPr b="1" lang="ko-KR" sz="900" spc="-1" strike="noStrike">
                <a:solidFill>
                  <a:srgbClr val="191a19"/>
                </a:solidFill>
                <a:latin typeface="Malgun Gothic"/>
                <a:ea typeface="Malgun Gothic"/>
              </a:rPr>
              <a:t>테크솔루션</a:t>
            </a:r>
            <a:endParaRPr b="0" lang="en-US" sz="9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58" name="Text 10"/>
          <p:cNvSpPr/>
          <p:nvPr/>
        </p:nvSpPr>
        <p:spPr>
          <a:xfrm>
            <a:off x="698400" y="2089080"/>
            <a:ext cx="977400" cy="14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ko-KR" sz="900" spc="-1" strike="noStrike">
                <a:solidFill>
                  <a:srgbClr val="aab7b8"/>
                </a:solidFill>
                <a:latin typeface="Malgun Gothic"/>
                <a:ea typeface="Malgun Gothic"/>
              </a:rPr>
              <a:t>계약금액</a:t>
            </a:r>
            <a:endParaRPr b="0" lang="en-US" sz="9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59" name="Text 11"/>
          <p:cNvSpPr/>
          <p:nvPr/>
        </p:nvSpPr>
        <p:spPr>
          <a:xfrm>
            <a:off x="1587240" y="2089080"/>
            <a:ext cx="2933640" cy="14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00" spc="-1" strike="noStrike">
                <a:solidFill>
                  <a:srgbClr val="191a19"/>
                </a:solidFill>
                <a:latin typeface="Malgun Gothic"/>
                <a:ea typeface="Malgun Gothic"/>
              </a:rPr>
              <a:t>15</a:t>
            </a:r>
            <a:r>
              <a:rPr b="1" lang="ko-KR" sz="900" spc="-1" strike="noStrike">
                <a:solidFill>
                  <a:srgbClr val="191a19"/>
                </a:solidFill>
                <a:latin typeface="Malgun Gothic"/>
                <a:ea typeface="Malgun Gothic"/>
              </a:rPr>
              <a:t>억원 </a:t>
            </a:r>
            <a:r>
              <a:rPr b="1" lang="en-US" sz="900" spc="-1" strike="noStrike">
                <a:solidFill>
                  <a:srgbClr val="191a19"/>
                </a:solidFill>
                <a:latin typeface="Malgun Gothic"/>
                <a:ea typeface="Malgun Gothic"/>
              </a:rPr>
              <a:t>(VAT </a:t>
            </a:r>
            <a:r>
              <a:rPr b="1" lang="ko-KR" sz="900" spc="-1" strike="noStrike">
                <a:solidFill>
                  <a:srgbClr val="191a19"/>
                </a:solidFill>
                <a:latin typeface="Malgun Gothic"/>
                <a:ea typeface="Malgun Gothic"/>
              </a:rPr>
              <a:t>별도</a:t>
            </a:r>
            <a:r>
              <a:rPr b="1" lang="en-US" sz="900" spc="-1" strike="noStrike">
                <a:solidFill>
                  <a:srgbClr val="191a19"/>
                </a:solidFill>
                <a:latin typeface="Malgun Gothic"/>
                <a:ea typeface="Malgun Gothic"/>
              </a:rPr>
              <a:t>)</a:t>
            </a:r>
            <a:endParaRPr b="0" lang="en-US" sz="9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60" name="Text 12"/>
          <p:cNvSpPr/>
          <p:nvPr/>
        </p:nvSpPr>
        <p:spPr>
          <a:xfrm>
            <a:off x="698400" y="2308320"/>
            <a:ext cx="977400" cy="14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ko-KR" sz="900" spc="-1" strike="noStrike">
                <a:solidFill>
                  <a:srgbClr val="aab7b8"/>
                </a:solidFill>
                <a:latin typeface="Malgun Gothic"/>
                <a:ea typeface="Malgun Gothic"/>
              </a:rPr>
              <a:t>계약기간</a:t>
            </a:r>
            <a:endParaRPr b="0" lang="en-US" sz="9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61" name="Text 13"/>
          <p:cNvSpPr/>
          <p:nvPr/>
        </p:nvSpPr>
        <p:spPr>
          <a:xfrm>
            <a:off x="1587240" y="2308320"/>
            <a:ext cx="2933640" cy="14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00" spc="-1" strike="noStrike">
                <a:solidFill>
                  <a:srgbClr val="191a19"/>
                </a:solidFill>
                <a:latin typeface="Malgun Gothic"/>
                <a:ea typeface="Malgun Gothic"/>
              </a:rPr>
              <a:t>2025.01.06 ~ 2025.12.31 (12</a:t>
            </a:r>
            <a:r>
              <a:rPr b="1" lang="ko-KR" sz="900" spc="-1" strike="noStrike">
                <a:solidFill>
                  <a:srgbClr val="191a19"/>
                </a:solidFill>
                <a:latin typeface="Malgun Gothic"/>
                <a:ea typeface="Malgun Gothic"/>
              </a:rPr>
              <a:t>개월</a:t>
            </a:r>
            <a:r>
              <a:rPr b="1" lang="en-US" sz="900" spc="-1" strike="noStrike">
                <a:solidFill>
                  <a:srgbClr val="191a19"/>
                </a:solidFill>
                <a:latin typeface="Malgun Gothic"/>
                <a:ea typeface="Malgun Gothic"/>
              </a:rPr>
              <a:t>)</a:t>
            </a:r>
            <a:endParaRPr b="0" lang="en-US" sz="9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62" name="Text 14"/>
          <p:cNvSpPr/>
          <p:nvPr/>
        </p:nvSpPr>
        <p:spPr>
          <a:xfrm>
            <a:off x="507960" y="2870280"/>
            <a:ext cx="3936600" cy="1012320"/>
          </a:xfrm>
          <a:prstGeom prst="roundRect">
            <a:avLst>
              <a:gd name="adj" fmla="val 10032"/>
            </a:avLst>
          </a:prstGeom>
          <a:solidFill>
            <a:srgbClr val="1e512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3" name="Text 15"/>
          <p:cNvSpPr/>
          <p:nvPr/>
        </p:nvSpPr>
        <p:spPr>
          <a:xfrm>
            <a:off x="698400" y="3060720"/>
            <a:ext cx="3911400" cy="161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spcAft>
                <a:spcPts val="1001"/>
              </a:spcAft>
              <a:tabLst>
                <a:tab algn="l" pos="0"/>
              </a:tabLst>
            </a:pPr>
            <a:r>
              <a:rPr b="1" lang="ko-KR" sz="1100" spc="-1" strike="noStrike">
                <a:solidFill>
                  <a:srgbClr val="ffffff"/>
                </a:solidFill>
                <a:latin typeface="Malgun Gothic"/>
                <a:ea typeface="Malgun Gothic"/>
              </a:rPr>
              <a:t>현황 및 문제점</a:t>
            </a:r>
            <a:endParaRPr b="0" lang="en-US" sz="11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64" name="Text 16"/>
          <p:cNvSpPr/>
          <p:nvPr/>
        </p:nvSpPr>
        <p:spPr>
          <a:xfrm>
            <a:off x="698400" y="3349440"/>
            <a:ext cx="3911400" cy="342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ts val="1349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d8e9a8"/>
                </a:solidFill>
                <a:latin typeface="Malgun Gothic"/>
                <a:ea typeface="Malgun Gothic"/>
              </a:rPr>
              <a:t>10</a:t>
            </a:r>
            <a:r>
              <a:rPr b="0" lang="ko-KR" sz="900" spc="-1" strike="noStrike">
                <a:solidFill>
                  <a:srgbClr val="d8e9a8"/>
                </a:solidFill>
                <a:latin typeface="Malgun Gothic"/>
                <a:ea typeface="Malgun Gothic"/>
              </a:rPr>
              <a:t>년 이상 운영된 레거시 시스템으로 인한 처리 속도 저하</a:t>
            </a:r>
            <a:r>
              <a:rPr b="0" lang="en-US" sz="900" spc="-1" strike="noStrike">
                <a:solidFill>
                  <a:srgbClr val="d8e9a8"/>
                </a:solidFill>
                <a:latin typeface="Malgun Gothic"/>
                <a:ea typeface="Malgun Gothic"/>
              </a:rPr>
              <a:t>, </a:t>
            </a:r>
            <a:r>
              <a:rPr b="0" lang="ko-KR" sz="900" spc="-1" strike="noStrike">
                <a:solidFill>
                  <a:srgbClr val="d8e9a8"/>
                </a:solidFill>
                <a:latin typeface="Malgun Gothic"/>
                <a:ea typeface="Malgun Gothic"/>
              </a:rPr>
              <a:t>실시간 재고 파악 불가</a:t>
            </a:r>
            <a:r>
              <a:rPr b="0" lang="en-US" sz="900" spc="-1" strike="noStrike">
                <a:solidFill>
                  <a:srgbClr val="d8e9a8"/>
                </a:solidFill>
                <a:latin typeface="Malgun Gothic"/>
                <a:ea typeface="Malgun Gothic"/>
              </a:rPr>
              <a:t>, </a:t>
            </a:r>
            <a:r>
              <a:rPr b="0" lang="ko-KR" sz="900" spc="-1" strike="noStrike">
                <a:solidFill>
                  <a:srgbClr val="d8e9a8"/>
                </a:solidFill>
                <a:latin typeface="Malgun Gothic"/>
                <a:ea typeface="Malgun Gothic"/>
              </a:rPr>
              <a:t>타 시스템 연동 한계</a:t>
            </a:r>
            <a:endParaRPr b="0" lang="en-US" sz="9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65" name="Text 17"/>
          <p:cNvSpPr/>
          <p:nvPr/>
        </p:nvSpPr>
        <p:spPr>
          <a:xfrm>
            <a:off x="4699080" y="952560"/>
            <a:ext cx="3936600" cy="840960"/>
          </a:xfrm>
          <a:prstGeom prst="roundRect">
            <a:avLst>
              <a:gd name="adj" fmla="val 12076"/>
            </a:avLst>
          </a:prstGeom>
          <a:solidFill>
            <a:srgbClr val="4e9f3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6" name="Text 18"/>
          <p:cNvSpPr/>
          <p:nvPr/>
        </p:nvSpPr>
        <p:spPr>
          <a:xfrm>
            <a:off x="4889520" y="1143000"/>
            <a:ext cx="3911400" cy="161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spcAft>
                <a:spcPts val="1001"/>
              </a:spcAft>
              <a:tabLst>
                <a:tab algn="l" pos="0"/>
              </a:tabLst>
            </a:pPr>
            <a:r>
              <a:rPr b="1" lang="ko-KR" sz="1100" spc="-1" strike="noStrike">
                <a:solidFill>
                  <a:srgbClr val="ffffff"/>
                </a:solidFill>
                <a:latin typeface="Malgun Gothic"/>
                <a:ea typeface="Malgun Gothic"/>
              </a:rPr>
              <a:t>추진 목표</a:t>
            </a:r>
            <a:endParaRPr b="0" lang="en-US" sz="11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67" name="Text 19"/>
          <p:cNvSpPr/>
          <p:nvPr/>
        </p:nvSpPr>
        <p:spPr>
          <a:xfrm>
            <a:off x="4889520" y="1431720"/>
            <a:ext cx="3911400" cy="171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ts val="1349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ffffff"/>
                </a:solidFill>
                <a:latin typeface="Malgun Gothic"/>
                <a:ea typeface="Malgun Gothic"/>
              </a:rPr>
              <a:t>AI </a:t>
            </a:r>
            <a:r>
              <a:rPr b="0" lang="ko-KR" sz="900" spc="-1" strike="noStrike">
                <a:solidFill>
                  <a:srgbClr val="ffffff"/>
                </a:solidFill>
                <a:latin typeface="Malgun Gothic"/>
                <a:ea typeface="Malgun Gothic"/>
              </a:rPr>
              <a:t>기반 물류 최적화</a:t>
            </a:r>
            <a:r>
              <a:rPr b="0" lang="en-US" sz="900" spc="-1" strike="noStrike">
                <a:solidFill>
                  <a:srgbClr val="ffffff"/>
                </a:solidFill>
                <a:latin typeface="Malgun Gothic"/>
                <a:ea typeface="Malgun Gothic"/>
              </a:rPr>
              <a:t>, </a:t>
            </a:r>
            <a:r>
              <a:rPr b="0" lang="ko-KR" sz="900" spc="-1" strike="noStrike">
                <a:solidFill>
                  <a:srgbClr val="ffffff"/>
                </a:solidFill>
                <a:latin typeface="Malgun Gothic"/>
                <a:ea typeface="Malgun Gothic"/>
              </a:rPr>
              <a:t>실시간 재고</a:t>
            </a:r>
            <a:r>
              <a:rPr b="0" lang="en-US" sz="900" spc="-1" strike="noStrike">
                <a:solidFill>
                  <a:srgbClr val="ffffff"/>
                </a:solidFill>
                <a:latin typeface="Malgun Gothic"/>
                <a:ea typeface="Malgun Gothic"/>
              </a:rPr>
              <a:t>/</a:t>
            </a:r>
            <a:r>
              <a:rPr b="0" lang="ko-KR" sz="900" spc="-1" strike="noStrike">
                <a:solidFill>
                  <a:srgbClr val="ffffff"/>
                </a:solidFill>
                <a:latin typeface="Malgun Gothic"/>
                <a:ea typeface="Malgun Gothic"/>
              </a:rPr>
              <a:t>배송 추적</a:t>
            </a:r>
            <a:r>
              <a:rPr b="0" lang="en-US" sz="900" spc="-1" strike="noStrike">
                <a:solidFill>
                  <a:srgbClr val="ffffff"/>
                </a:solidFill>
                <a:latin typeface="Malgun Gothic"/>
                <a:ea typeface="Malgun Gothic"/>
              </a:rPr>
              <a:t>, </a:t>
            </a:r>
            <a:r>
              <a:rPr b="0" lang="ko-KR" sz="900" spc="-1" strike="noStrike">
                <a:solidFill>
                  <a:srgbClr val="ffffff"/>
                </a:solidFill>
                <a:latin typeface="Malgun Gothic"/>
                <a:ea typeface="Malgun Gothic"/>
              </a:rPr>
              <a:t>클라우드 기반 확장성 확보</a:t>
            </a:r>
            <a:endParaRPr b="0" lang="en-US" sz="900" spc="-1" strike="noStrike">
              <a:solidFill>
                <a:srgbClr val="000000"/>
              </a:solidFill>
              <a:latin typeface="Noto Sans CJK KR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Text 0"/>
          <p:cNvSpPr/>
          <p:nvPr/>
        </p:nvSpPr>
        <p:spPr>
          <a:xfrm>
            <a:off x="507960" y="317520"/>
            <a:ext cx="1199160" cy="33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ko-KR" sz="2200" spc="-1" strike="noStrike">
                <a:solidFill>
                  <a:srgbClr val="1e5128"/>
                </a:solidFill>
                <a:latin typeface="Malgun Gothic"/>
                <a:ea typeface="Malgun Gothic"/>
              </a:rPr>
              <a:t>기대 효과</a:t>
            </a:r>
            <a:endParaRPr b="0" lang="en-US" sz="22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69" name="Text 1"/>
          <p:cNvSpPr/>
          <p:nvPr/>
        </p:nvSpPr>
        <p:spPr>
          <a:xfrm>
            <a:off x="507960" y="698400"/>
            <a:ext cx="761760" cy="37800"/>
          </a:xfrm>
          <a:prstGeom prst="rect">
            <a:avLst/>
          </a:prstGeom>
          <a:solidFill>
            <a:srgbClr val="4e9f3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6840" bIns="-684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70" name="Text 2"/>
          <p:cNvSpPr/>
          <p:nvPr/>
        </p:nvSpPr>
        <p:spPr>
          <a:xfrm>
            <a:off x="761760" y="1143000"/>
            <a:ext cx="2285640" cy="2539440"/>
          </a:xfrm>
          <a:prstGeom prst="roundRect">
            <a:avLst>
              <a:gd name="adj" fmla="val 6667"/>
            </a:avLst>
          </a:prstGeom>
          <a:solidFill>
            <a:srgbClr val="f4f6f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71" name="Shape 3"/>
          <p:cNvSpPr/>
          <p:nvPr/>
        </p:nvSpPr>
        <p:spPr>
          <a:xfrm>
            <a:off x="761760" y="1171440"/>
            <a:ext cx="2286000" cy="360"/>
          </a:xfrm>
          <a:prstGeom prst="line">
            <a:avLst/>
          </a:prstGeom>
          <a:ln w="57150">
            <a:solidFill>
              <a:srgbClr val="1e512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72" name="Text 4"/>
          <p:cNvSpPr/>
          <p:nvPr/>
        </p:nvSpPr>
        <p:spPr>
          <a:xfrm>
            <a:off x="1587240" y="1517760"/>
            <a:ext cx="634680" cy="634680"/>
          </a:xfrm>
          <a:prstGeom prst="roundRect">
            <a:avLst>
              <a:gd name="adj" fmla="val 50008"/>
            </a:avLst>
          </a:prstGeom>
          <a:solidFill>
            <a:srgbClr val="d8e9a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73" name="Text 5"/>
          <p:cNvSpPr/>
          <p:nvPr/>
        </p:nvSpPr>
        <p:spPr>
          <a:xfrm>
            <a:off x="1827360" y="1682640"/>
            <a:ext cx="154800" cy="30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2000" spc="-1" strike="noStrike">
                <a:solidFill>
                  <a:srgbClr val="1e5128"/>
                </a:solidFill>
                <a:latin typeface="Malgun Gothic"/>
                <a:ea typeface="Malgun Gothic"/>
              </a:rPr>
              <a:t>+</a:t>
            </a:r>
            <a:endParaRPr b="0" lang="en-US" sz="20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74" name="Text 6"/>
          <p:cNvSpPr/>
          <p:nvPr/>
        </p:nvSpPr>
        <p:spPr>
          <a:xfrm>
            <a:off x="927000" y="2342880"/>
            <a:ext cx="1955520" cy="54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 defTabSz="914400">
              <a:lnSpc>
                <a:spcPct val="100000"/>
              </a:lnSpc>
              <a:spcAft>
                <a:spcPts val="499"/>
              </a:spcAft>
              <a:tabLst>
                <a:tab algn="l" pos="0"/>
              </a:tabLst>
            </a:pPr>
            <a:r>
              <a:rPr b="1" lang="en-US" sz="3600" spc="-1" strike="noStrike">
                <a:solidFill>
                  <a:srgbClr val="1e5128"/>
                </a:solidFill>
                <a:latin typeface="Malgun Gothic"/>
                <a:ea typeface="Malgun Gothic"/>
              </a:rPr>
              <a:t>30</a:t>
            </a:r>
            <a:endParaRPr b="0" lang="en-US" sz="36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75" name="Text 7"/>
          <p:cNvSpPr/>
          <p:nvPr/>
        </p:nvSpPr>
        <p:spPr>
          <a:xfrm>
            <a:off x="927000" y="2949480"/>
            <a:ext cx="1955520" cy="218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 defTabSz="914400">
              <a:lnSpc>
                <a:spcPct val="100000"/>
              </a:lnSpc>
              <a:spcAft>
                <a:spcPts val="1001"/>
              </a:spcAft>
              <a:tabLst>
                <a:tab algn="l" pos="0"/>
              </a:tabLst>
            </a:pPr>
            <a:r>
              <a:rPr b="0" lang="en-US" sz="1400" spc="-1" strike="noStrike">
                <a:solidFill>
                  <a:srgbClr val="4e9f3d"/>
                </a:solidFill>
                <a:latin typeface="Malgun Gothic"/>
                <a:ea typeface="Malgun Gothic"/>
              </a:rPr>
              <a:t>%</a:t>
            </a:r>
            <a:endParaRPr b="0" lang="en-US" sz="14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76" name="Text 8"/>
          <p:cNvSpPr/>
          <p:nvPr/>
        </p:nvSpPr>
        <p:spPr>
          <a:xfrm>
            <a:off x="927000" y="3295440"/>
            <a:ext cx="1955520" cy="180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 defTabSz="914400">
              <a:lnSpc>
                <a:spcPct val="100000"/>
              </a:lnSpc>
              <a:spcAft>
                <a:spcPts val="799"/>
              </a:spcAft>
              <a:tabLst>
                <a:tab algn="l" pos="0"/>
              </a:tabLst>
            </a:pPr>
            <a:r>
              <a:rPr b="1" lang="ko-KR" sz="1200" spc="-1" strike="noStrike">
                <a:solidFill>
                  <a:srgbClr val="191a19"/>
                </a:solidFill>
                <a:latin typeface="Malgun Gothic"/>
                <a:ea typeface="Malgun Gothic"/>
              </a:rPr>
              <a:t>물류 처리 효율 향상</a:t>
            </a:r>
            <a:endParaRPr b="0" lang="en-US" sz="12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77" name="Text 9"/>
          <p:cNvSpPr/>
          <p:nvPr/>
        </p:nvSpPr>
        <p:spPr>
          <a:xfrm>
            <a:off x="927000" y="3577680"/>
            <a:ext cx="1955520" cy="159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 defTabSz="914400">
              <a:lnSpc>
                <a:spcPts val="1261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aab7b8"/>
                </a:solidFill>
                <a:latin typeface="Malgun Gothic"/>
                <a:ea typeface="Malgun Gothic"/>
              </a:rPr>
              <a:t>AI </a:t>
            </a:r>
            <a:r>
              <a:rPr b="0" lang="ko-KR" sz="900" spc="-1" strike="noStrike">
                <a:solidFill>
                  <a:srgbClr val="aab7b8"/>
                </a:solidFill>
                <a:latin typeface="Malgun Gothic"/>
                <a:ea typeface="Malgun Gothic"/>
              </a:rPr>
              <a:t>기반 최적화로 처리량 증가</a:t>
            </a:r>
            <a:endParaRPr b="0" lang="en-US" sz="9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78" name="Text 10"/>
          <p:cNvSpPr/>
          <p:nvPr/>
        </p:nvSpPr>
        <p:spPr>
          <a:xfrm>
            <a:off x="3429000" y="1143000"/>
            <a:ext cx="2285640" cy="2539440"/>
          </a:xfrm>
          <a:prstGeom prst="roundRect">
            <a:avLst>
              <a:gd name="adj" fmla="val 6667"/>
            </a:avLst>
          </a:prstGeom>
          <a:solidFill>
            <a:srgbClr val="f4f6f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79" name="Shape 11"/>
          <p:cNvSpPr/>
          <p:nvPr/>
        </p:nvSpPr>
        <p:spPr>
          <a:xfrm>
            <a:off x="3428640" y="1171440"/>
            <a:ext cx="2286000" cy="360"/>
          </a:xfrm>
          <a:prstGeom prst="line">
            <a:avLst/>
          </a:prstGeom>
          <a:ln w="57150">
            <a:solidFill>
              <a:srgbClr val="1e512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80" name="Text 12"/>
          <p:cNvSpPr/>
          <p:nvPr/>
        </p:nvSpPr>
        <p:spPr>
          <a:xfrm>
            <a:off x="4254480" y="1517760"/>
            <a:ext cx="634680" cy="634680"/>
          </a:xfrm>
          <a:prstGeom prst="roundRect">
            <a:avLst>
              <a:gd name="adj" fmla="val 50008"/>
            </a:avLst>
          </a:prstGeom>
          <a:solidFill>
            <a:srgbClr val="d8e9a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81" name="Text 13"/>
          <p:cNvSpPr/>
          <p:nvPr/>
        </p:nvSpPr>
        <p:spPr>
          <a:xfrm>
            <a:off x="4494240" y="1682640"/>
            <a:ext cx="154800" cy="30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2000" spc="-1" strike="noStrike">
                <a:solidFill>
                  <a:srgbClr val="1e5128"/>
                </a:solidFill>
                <a:latin typeface="Malgun Gothic"/>
                <a:ea typeface="Malgun Gothic"/>
              </a:rPr>
              <a:t>+</a:t>
            </a:r>
            <a:endParaRPr b="0" lang="en-US" sz="20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82" name="Text 14"/>
          <p:cNvSpPr/>
          <p:nvPr/>
        </p:nvSpPr>
        <p:spPr>
          <a:xfrm>
            <a:off x="3593880" y="2342880"/>
            <a:ext cx="1955520" cy="54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 defTabSz="914400">
              <a:lnSpc>
                <a:spcPct val="100000"/>
              </a:lnSpc>
              <a:spcAft>
                <a:spcPts val="499"/>
              </a:spcAft>
              <a:tabLst>
                <a:tab algn="l" pos="0"/>
              </a:tabLst>
            </a:pPr>
            <a:r>
              <a:rPr b="1" lang="en-US" sz="3600" spc="-1" strike="noStrike">
                <a:solidFill>
                  <a:srgbClr val="1e5128"/>
                </a:solidFill>
                <a:latin typeface="Malgun Gothic"/>
                <a:ea typeface="Malgun Gothic"/>
              </a:rPr>
              <a:t>99.5</a:t>
            </a:r>
            <a:endParaRPr b="0" lang="en-US" sz="36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83" name="Text 15"/>
          <p:cNvSpPr/>
          <p:nvPr/>
        </p:nvSpPr>
        <p:spPr>
          <a:xfrm>
            <a:off x="3593880" y="2949480"/>
            <a:ext cx="1955520" cy="218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 defTabSz="914400">
              <a:lnSpc>
                <a:spcPct val="100000"/>
              </a:lnSpc>
              <a:spcAft>
                <a:spcPts val="1001"/>
              </a:spcAft>
              <a:tabLst>
                <a:tab algn="l" pos="0"/>
              </a:tabLst>
            </a:pPr>
            <a:r>
              <a:rPr b="0" lang="en-US" sz="1400" spc="-1" strike="noStrike">
                <a:solidFill>
                  <a:srgbClr val="4e9f3d"/>
                </a:solidFill>
                <a:latin typeface="Malgun Gothic"/>
                <a:ea typeface="Malgun Gothic"/>
              </a:rPr>
              <a:t>%</a:t>
            </a:r>
            <a:endParaRPr b="0" lang="en-US" sz="14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84" name="Text 16"/>
          <p:cNvSpPr/>
          <p:nvPr/>
        </p:nvSpPr>
        <p:spPr>
          <a:xfrm>
            <a:off x="3593880" y="3295440"/>
            <a:ext cx="1955520" cy="180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 defTabSz="914400">
              <a:lnSpc>
                <a:spcPct val="100000"/>
              </a:lnSpc>
              <a:spcAft>
                <a:spcPts val="799"/>
              </a:spcAft>
              <a:tabLst>
                <a:tab algn="l" pos="0"/>
              </a:tabLst>
            </a:pPr>
            <a:r>
              <a:rPr b="1" lang="ko-KR" sz="1200" spc="-1" strike="noStrike">
                <a:solidFill>
                  <a:srgbClr val="191a19"/>
                </a:solidFill>
                <a:latin typeface="Malgun Gothic"/>
                <a:ea typeface="Malgun Gothic"/>
              </a:rPr>
              <a:t>재고 정확도 달성</a:t>
            </a:r>
            <a:endParaRPr b="0" lang="en-US" sz="12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85" name="Text 17"/>
          <p:cNvSpPr/>
          <p:nvPr/>
        </p:nvSpPr>
        <p:spPr>
          <a:xfrm>
            <a:off x="3593880" y="3577680"/>
            <a:ext cx="1955520" cy="159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 defTabSz="914400">
              <a:lnSpc>
                <a:spcPts val="1261"/>
              </a:lnSpc>
              <a:tabLst>
                <a:tab algn="l" pos="0"/>
              </a:tabLst>
            </a:pPr>
            <a:r>
              <a:rPr b="0" lang="ko-KR" sz="900" spc="-1" strike="noStrike">
                <a:solidFill>
                  <a:srgbClr val="aab7b8"/>
                </a:solidFill>
                <a:latin typeface="Malgun Gothic"/>
                <a:ea typeface="Malgun Gothic"/>
              </a:rPr>
              <a:t>실시간 재고 추적 시스템</a:t>
            </a:r>
            <a:endParaRPr b="0" lang="en-US" sz="9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86" name="Text 18"/>
          <p:cNvSpPr/>
          <p:nvPr/>
        </p:nvSpPr>
        <p:spPr>
          <a:xfrm>
            <a:off x="6095880" y="1143000"/>
            <a:ext cx="2285640" cy="2539440"/>
          </a:xfrm>
          <a:prstGeom prst="roundRect">
            <a:avLst>
              <a:gd name="adj" fmla="val 6667"/>
            </a:avLst>
          </a:prstGeom>
          <a:solidFill>
            <a:srgbClr val="f4f6f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87" name="Shape 19"/>
          <p:cNvSpPr/>
          <p:nvPr/>
        </p:nvSpPr>
        <p:spPr>
          <a:xfrm>
            <a:off x="6095520" y="1171440"/>
            <a:ext cx="2286000" cy="360"/>
          </a:xfrm>
          <a:prstGeom prst="line">
            <a:avLst/>
          </a:prstGeom>
          <a:ln w="57150">
            <a:solidFill>
              <a:srgbClr val="1e512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88" name="Text 20"/>
          <p:cNvSpPr/>
          <p:nvPr/>
        </p:nvSpPr>
        <p:spPr>
          <a:xfrm>
            <a:off x="6921360" y="1517760"/>
            <a:ext cx="634680" cy="634680"/>
          </a:xfrm>
          <a:prstGeom prst="roundRect">
            <a:avLst>
              <a:gd name="adj" fmla="val 50008"/>
            </a:avLst>
          </a:prstGeom>
          <a:solidFill>
            <a:srgbClr val="d8e9a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89" name="Text 21"/>
          <p:cNvSpPr/>
          <p:nvPr/>
        </p:nvSpPr>
        <p:spPr>
          <a:xfrm>
            <a:off x="7178760" y="1682640"/>
            <a:ext cx="119880" cy="30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2000" spc="-1" strike="noStrike">
                <a:solidFill>
                  <a:srgbClr val="1e5128"/>
                </a:solidFill>
                <a:latin typeface="Malgun Gothic"/>
                <a:ea typeface="Malgun Gothic"/>
              </a:rPr>
              <a:t>-</a:t>
            </a:r>
            <a:endParaRPr b="0" lang="en-US" sz="20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90" name="Text 22"/>
          <p:cNvSpPr/>
          <p:nvPr/>
        </p:nvSpPr>
        <p:spPr>
          <a:xfrm>
            <a:off x="6260760" y="2342880"/>
            <a:ext cx="1955520" cy="54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 defTabSz="914400">
              <a:lnSpc>
                <a:spcPct val="100000"/>
              </a:lnSpc>
              <a:spcAft>
                <a:spcPts val="499"/>
              </a:spcAft>
              <a:tabLst>
                <a:tab algn="l" pos="0"/>
              </a:tabLst>
            </a:pPr>
            <a:r>
              <a:rPr b="1" lang="en-US" sz="3600" spc="-1" strike="noStrike">
                <a:solidFill>
                  <a:srgbClr val="1e5128"/>
                </a:solidFill>
                <a:latin typeface="Malgun Gothic"/>
                <a:ea typeface="Malgun Gothic"/>
              </a:rPr>
              <a:t>20</a:t>
            </a:r>
            <a:endParaRPr b="0" lang="en-US" sz="36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91" name="Text 23"/>
          <p:cNvSpPr/>
          <p:nvPr/>
        </p:nvSpPr>
        <p:spPr>
          <a:xfrm>
            <a:off x="6260760" y="2949480"/>
            <a:ext cx="1955520" cy="218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 defTabSz="914400">
              <a:lnSpc>
                <a:spcPct val="100000"/>
              </a:lnSpc>
              <a:spcAft>
                <a:spcPts val="1001"/>
              </a:spcAft>
              <a:tabLst>
                <a:tab algn="l" pos="0"/>
              </a:tabLst>
            </a:pPr>
            <a:r>
              <a:rPr b="0" lang="en-US" sz="1400" spc="-1" strike="noStrike">
                <a:solidFill>
                  <a:srgbClr val="4e9f3d"/>
                </a:solidFill>
                <a:latin typeface="Malgun Gothic"/>
                <a:ea typeface="Malgun Gothic"/>
              </a:rPr>
              <a:t>%</a:t>
            </a:r>
            <a:endParaRPr b="0" lang="en-US" sz="14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92" name="Text 24"/>
          <p:cNvSpPr/>
          <p:nvPr/>
        </p:nvSpPr>
        <p:spPr>
          <a:xfrm>
            <a:off x="6260760" y="3295440"/>
            <a:ext cx="1955520" cy="180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 defTabSz="914400">
              <a:lnSpc>
                <a:spcPct val="100000"/>
              </a:lnSpc>
              <a:spcAft>
                <a:spcPts val="799"/>
              </a:spcAft>
              <a:tabLst>
                <a:tab algn="l" pos="0"/>
              </a:tabLst>
            </a:pPr>
            <a:r>
              <a:rPr b="1" lang="ko-KR" sz="1200" spc="-1" strike="noStrike">
                <a:solidFill>
                  <a:srgbClr val="191a19"/>
                </a:solidFill>
                <a:latin typeface="Malgun Gothic"/>
                <a:ea typeface="Malgun Gothic"/>
              </a:rPr>
              <a:t>운영 비용 절감</a:t>
            </a:r>
            <a:endParaRPr b="0" lang="en-US" sz="12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93" name="Text 25"/>
          <p:cNvSpPr/>
          <p:nvPr/>
        </p:nvSpPr>
        <p:spPr>
          <a:xfrm>
            <a:off x="6260760" y="3577680"/>
            <a:ext cx="1955520" cy="159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 defTabSz="914400">
              <a:lnSpc>
                <a:spcPts val="1261"/>
              </a:lnSpc>
              <a:tabLst>
                <a:tab algn="l" pos="0"/>
              </a:tabLst>
            </a:pPr>
            <a:r>
              <a:rPr b="0" lang="ko-KR" sz="900" spc="-1" strike="noStrike">
                <a:solidFill>
                  <a:srgbClr val="aab7b8"/>
                </a:solidFill>
                <a:latin typeface="Malgun Gothic"/>
                <a:ea typeface="Malgun Gothic"/>
              </a:rPr>
              <a:t>자동화 및 프로세스 개선</a:t>
            </a:r>
            <a:endParaRPr b="0" lang="en-US" sz="9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94" name="Text 26"/>
          <p:cNvSpPr/>
          <p:nvPr/>
        </p:nvSpPr>
        <p:spPr>
          <a:xfrm>
            <a:off x="101520" y="4610160"/>
            <a:ext cx="8940240" cy="15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ko-KR" sz="1000" spc="-1" strike="noStrike">
                <a:solidFill>
                  <a:srgbClr val="aab7b8"/>
                </a:solidFill>
                <a:latin typeface="Malgun Gothic"/>
                <a:ea typeface="Malgun Gothic"/>
              </a:rPr>
              <a:t>동종 업계 벤치마크 기준 예상 수치</a:t>
            </a:r>
            <a:endParaRPr b="0" lang="en-US" sz="1000" spc="-1" strike="noStrike">
              <a:solidFill>
                <a:srgbClr val="000000"/>
              </a:solidFill>
              <a:latin typeface="Noto Sans CJK KR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Text 0"/>
          <p:cNvSpPr/>
          <p:nvPr/>
        </p:nvSpPr>
        <p:spPr>
          <a:xfrm>
            <a:off x="507960" y="317520"/>
            <a:ext cx="2889360" cy="33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ko-KR" sz="2200" spc="-1" strike="noStrike">
                <a:solidFill>
                  <a:srgbClr val="1e5128"/>
                </a:solidFill>
                <a:latin typeface="Malgun Gothic"/>
                <a:ea typeface="Malgun Gothic"/>
              </a:rPr>
              <a:t>프로젝트 범위 </a:t>
            </a:r>
            <a:r>
              <a:rPr b="1" lang="en-US" sz="2200" spc="-1" strike="noStrike">
                <a:solidFill>
                  <a:srgbClr val="1e5128"/>
                </a:solidFill>
                <a:latin typeface="Malgun Gothic"/>
                <a:ea typeface="Malgun Gothic"/>
              </a:rPr>
              <a:t>(</a:t>
            </a:r>
            <a:r>
              <a:rPr b="1" lang="ko-KR" sz="2200" spc="-1" strike="noStrike">
                <a:solidFill>
                  <a:srgbClr val="1e5128"/>
                </a:solidFill>
                <a:latin typeface="Malgun Gothic"/>
                <a:ea typeface="Malgun Gothic"/>
              </a:rPr>
              <a:t>시스템</a:t>
            </a:r>
            <a:r>
              <a:rPr b="1" lang="en-US" sz="2200" spc="-1" strike="noStrike">
                <a:solidFill>
                  <a:srgbClr val="1e5128"/>
                </a:solidFill>
                <a:latin typeface="Malgun Gothic"/>
                <a:ea typeface="Malgun Gothic"/>
              </a:rPr>
              <a:t>)</a:t>
            </a:r>
            <a:endParaRPr b="0" lang="en-US" sz="22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96" name="Text 1"/>
          <p:cNvSpPr/>
          <p:nvPr/>
        </p:nvSpPr>
        <p:spPr>
          <a:xfrm>
            <a:off x="507960" y="698400"/>
            <a:ext cx="761760" cy="37800"/>
          </a:xfrm>
          <a:prstGeom prst="rect">
            <a:avLst/>
          </a:prstGeom>
          <a:solidFill>
            <a:srgbClr val="4e9f3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6840" bIns="-684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97" name="Text 2"/>
          <p:cNvSpPr/>
          <p:nvPr/>
        </p:nvSpPr>
        <p:spPr>
          <a:xfrm>
            <a:off x="507960" y="1015920"/>
            <a:ext cx="8127720" cy="406080"/>
          </a:xfrm>
          <a:prstGeom prst="roundRect">
            <a:avLst>
              <a:gd name="adj" fmla="val 18755"/>
            </a:avLst>
          </a:prstGeom>
          <a:solidFill>
            <a:srgbClr val="1e512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98" name="Text 3"/>
          <p:cNvSpPr/>
          <p:nvPr/>
        </p:nvSpPr>
        <p:spPr>
          <a:xfrm>
            <a:off x="660240" y="1143000"/>
            <a:ext cx="1061280" cy="15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ko-KR" sz="1000" spc="-1" strike="noStrike">
                <a:solidFill>
                  <a:srgbClr val="ffffff"/>
                </a:solidFill>
                <a:latin typeface="Malgun Gothic"/>
                <a:ea typeface="Malgun Gothic"/>
              </a:rPr>
              <a:t>시스템</a:t>
            </a:r>
            <a:endParaRPr b="0" lang="en-US" sz="10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99" name="Text 4"/>
          <p:cNvSpPr/>
          <p:nvPr/>
        </p:nvSpPr>
        <p:spPr>
          <a:xfrm>
            <a:off x="1930320" y="1143000"/>
            <a:ext cx="1620000" cy="15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ko-KR" sz="1000" spc="-1" strike="noStrike">
                <a:solidFill>
                  <a:srgbClr val="ffffff"/>
                </a:solidFill>
                <a:latin typeface="Malgun Gothic"/>
                <a:ea typeface="Malgun Gothic"/>
              </a:rPr>
              <a:t>대상 시스템</a:t>
            </a:r>
            <a:endParaRPr b="0" lang="en-US" sz="10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100" name="Text 5"/>
          <p:cNvSpPr/>
          <p:nvPr/>
        </p:nvSpPr>
        <p:spPr>
          <a:xfrm>
            <a:off x="3708360" y="1143000"/>
            <a:ext cx="545040" cy="15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ko-KR" sz="1000" spc="-1" strike="noStrike">
                <a:solidFill>
                  <a:srgbClr val="ffffff"/>
                </a:solidFill>
                <a:latin typeface="Malgun Gothic"/>
                <a:ea typeface="Malgun Gothic"/>
              </a:rPr>
              <a:t>주요 기능</a:t>
            </a:r>
            <a:endParaRPr b="0" lang="en-US" sz="10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101" name="Text 6"/>
          <p:cNvSpPr/>
          <p:nvPr/>
        </p:nvSpPr>
        <p:spPr>
          <a:xfrm>
            <a:off x="507960" y="1422360"/>
            <a:ext cx="8127720" cy="488520"/>
          </a:xfrm>
          <a:prstGeom prst="rect">
            <a:avLst/>
          </a:prstGeom>
          <a:solidFill>
            <a:srgbClr val="f4f6f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02" name="Shape 7"/>
          <p:cNvSpPr/>
          <p:nvPr/>
        </p:nvSpPr>
        <p:spPr>
          <a:xfrm>
            <a:off x="507600" y="1905840"/>
            <a:ext cx="8128080" cy="360"/>
          </a:xfrm>
          <a:prstGeom prst="line">
            <a:avLst/>
          </a:prstGeom>
          <a:ln w="9525">
            <a:solidFill>
              <a:srgbClr val="e0e0e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103" name="Text 8"/>
          <p:cNvSpPr/>
          <p:nvPr/>
        </p:nvSpPr>
        <p:spPr>
          <a:xfrm>
            <a:off x="660240" y="1574640"/>
            <a:ext cx="1061280" cy="14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00" spc="-1" strike="noStrike">
                <a:solidFill>
                  <a:srgbClr val="191a19"/>
                </a:solidFill>
                <a:latin typeface="Malgun Gothic"/>
                <a:ea typeface="Malgun Gothic"/>
              </a:rPr>
              <a:t>WMS</a:t>
            </a:r>
            <a:endParaRPr b="0" lang="en-US" sz="9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104" name="Text 9"/>
          <p:cNvSpPr/>
          <p:nvPr/>
        </p:nvSpPr>
        <p:spPr>
          <a:xfrm>
            <a:off x="1930320" y="1574640"/>
            <a:ext cx="1620000" cy="14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ko-KR" sz="900" spc="-1" strike="noStrike">
                <a:solidFill>
                  <a:srgbClr val="191a19"/>
                </a:solidFill>
                <a:latin typeface="Malgun Gothic"/>
                <a:ea typeface="Malgun Gothic"/>
              </a:rPr>
              <a:t>창고관리시스템</a:t>
            </a:r>
            <a:endParaRPr b="0" lang="en-US" sz="9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105" name="Text 10"/>
          <p:cNvSpPr/>
          <p:nvPr/>
        </p:nvSpPr>
        <p:spPr>
          <a:xfrm>
            <a:off x="3759120" y="1574640"/>
            <a:ext cx="432360" cy="174240"/>
          </a:xfrm>
          <a:prstGeom prst="roundRect">
            <a:avLst>
              <a:gd name="adj" fmla="val 21843"/>
            </a:avLst>
          </a:prstGeom>
          <a:solidFill>
            <a:srgbClr val="d8e9a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06" name="Text 11"/>
          <p:cNvSpPr/>
          <p:nvPr/>
        </p:nvSpPr>
        <p:spPr>
          <a:xfrm>
            <a:off x="3835080" y="1599840"/>
            <a:ext cx="307800" cy="123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ko-KR" sz="800" spc="-1" strike="noStrike">
                <a:solidFill>
                  <a:srgbClr val="1e5128"/>
                </a:solidFill>
                <a:latin typeface="Malgun Gothic"/>
                <a:ea typeface="Malgun Gothic"/>
              </a:rPr>
              <a:t>입출고</a:t>
            </a:r>
            <a:endParaRPr b="0" lang="en-US" sz="8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107" name="Text 12"/>
          <p:cNvSpPr/>
          <p:nvPr/>
        </p:nvSpPr>
        <p:spPr>
          <a:xfrm>
            <a:off x="4242240" y="1574640"/>
            <a:ext cx="338760" cy="174240"/>
          </a:xfrm>
          <a:prstGeom prst="roundRect">
            <a:avLst>
              <a:gd name="adj" fmla="val 21843"/>
            </a:avLst>
          </a:prstGeom>
          <a:solidFill>
            <a:srgbClr val="d8e9a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08" name="Text 13"/>
          <p:cNvSpPr/>
          <p:nvPr/>
        </p:nvSpPr>
        <p:spPr>
          <a:xfrm>
            <a:off x="4318560" y="1599840"/>
            <a:ext cx="205200" cy="123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ko-KR" sz="800" spc="-1" strike="noStrike">
                <a:solidFill>
                  <a:srgbClr val="1e5128"/>
                </a:solidFill>
                <a:latin typeface="Malgun Gothic"/>
                <a:ea typeface="Malgun Gothic"/>
              </a:rPr>
              <a:t>재고</a:t>
            </a:r>
            <a:endParaRPr b="0" lang="en-US" sz="8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109" name="Text 14"/>
          <p:cNvSpPr/>
          <p:nvPr/>
        </p:nvSpPr>
        <p:spPr>
          <a:xfrm>
            <a:off x="4632120" y="1574640"/>
            <a:ext cx="565560" cy="174240"/>
          </a:xfrm>
          <a:prstGeom prst="roundRect">
            <a:avLst>
              <a:gd name="adj" fmla="val 21843"/>
            </a:avLst>
          </a:prstGeom>
          <a:solidFill>
            <a:srgbClr val="d8e9a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10" name="Text 15"/>
          <p:cNvSpPr/>
          <p:nvPr/>
        </p:nvSpPr>
        <p:spPr>
          <a:xfrm>
            <a:off x="4708440" y="1599840"/>
            <a:ext cx="454320" cy="123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ko-KR" sz="800" spc="-1" strike="noStrike">
                <a:solidFill>
                  <a:srgbClr val="1e5128"/>
                </a:solidFill>
                <a:latin typeface="Malgun Gothic"/>
                <a:ea typeface="Malgun Gothic"/>
              </a:rPr>
              <a:t>피킹</a:t>
            </a:r>
            <a:r>
              <a:rPr b="0" lang="en-US" sz="800" spc="-1" strike="noStrike">
                <a:solidFill>
                  <a:srgbClr val="1e5128"/>
                </a:solidFill>
                <a:latin typeface="Malgun Gothic"/>
                <a:ea typeface="Malgun Gothic"/>
              </a:rPr>
              <a:t>/</a:t>
            </a:r>
            <a:r>
              <a:rPr b="0" lang="ko-KR" sz="800" spc="-1" strike="noStrike">
                <a:solidFill>
                  <a:srgbClr val="1e5128"/>
                </a:solidFill>
                <a:latin typeface="Malgun Gothic"/>
                <a:ea typeface="Malgun Gothic"/>
              </a:rPr>
              <a:t>패킹</a:t>
            </a:r>
            <a:endParaRPr b="0" lang="en-US" sz="8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111" name="Shape 16"/>
          <p:cNvSpPr/>
          <p:nvPr/>
        </p:nvSpPr>
        <p:spPr>
          <a:xfrm>
            <a:off x="507600" y="2394720"/>
            <a:ext cx="8128080" cy="360"/>
          </a:xfrm>
          <a:prstGeom prst="line">
            <a:avLst/>
          </a:prstGeom>
          <a:ln w="9525">
            <a:solidFill>
              <a:srgbClr val="e0e0e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112" name="Text 17"/>
          <p:cNvSpPr/>
          <p:nvPr/>
        </p:nvSpPr>
        <p:spPr>
          <a:xfrm>
            <a:off x="660240" y="2063520"/>
            <a:ext cx="1061280" cy="14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00" spc="-1" strike="noStrike">
                <a:solidFill>
                  <a:srgbClr val="191a19"/>
                </a:solidFill>
                <a:latin typeface="Malgun Gothic"/>
                <a:ea typeface="Malgun Gothic"/>
              </a:rPr>
              <a:t>TMS</a:t>
            </a:r>
            <a:endParaRPr b="0" lang="en-US" sz="9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113" name="Text 18"/>
          <p:cNvSpPr/>
          <p:nvPr/>
        </p:nvSpPr>
        <p:spPr>
          <a:xfrm>
            <a:off x="1930320" y="2063520"/>
            <a:ext cx="1620000" cy="14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ko-KR" sz="900" spc="-1" strike="noStrike">
                <a:solidFill>
                  <a:srgbClr val="191a19"/>
                </a:solidFill>
                <a:latin typeface="Malgun Gothic"/>
                <a:ea typeface="Malgun Gothic"/>
              </a:rPr>
              <a:t>배송관리시스템</a:t>
            </a:r>
            <a:endParaRPr b="0" lang="en-US" sz="9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114" name="Text 19"/>
          <p:cNvSpPr/>
          <p:nvPr/>
        </p:nvSpPr>
        <p:spPr>
          <a:xfrm>
            <a:off x="3759120" y="2063520"/>
            <a:ext cx="338760" cy="174240"/>
          </a:xfrm>
          <a:prstGeom prst="roundRect">
            <a:avLst>
              <a:gd name="adj" fmla="val 21843"/>
            </a:avLst>
          </a:prstGeom>
          <a:solidFill>
            <a:srgbClr val="d8e9a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15" name="Text 20"/>
          <p:cNvSpPr/>
          <p:nvPr/>
        </p:nvSpPr>
        <p:spPr>
          <a:xfrm>
            <a:off x="3835080" y="2088720"/>
            <a:ext cx="205200" cy="123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ko-KR" sz="800" spc="-1" strike="noStrike">
                <a:solidFill>
                  <a:srgbClr val="1e5128"/>
                </a:solidFill>
                <a:latin typeface="Malgun Gothic"/>
                <a:ea typeface="Malgun Gothic"/>
              </a:rPr>
              <a:t>배차</a:t>
            </a:r>
            <a:endParaRPr b="0" lang="en-US" sz="8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116" name="Text 21"/>
          <p:cNvSpPr/>
          <p:nvPr/>
        </p:nvSpPr>
        <p:spPr>
          <a:xfrm>
            <a:off x="4149000" y="2063520"/>
            <a:ext cx="619200" cy="174240"/>
          </a:xfrm>
          <a:prstGeom prst="roundRect">
            <a:avLst>
              <a:gd name="adj" fmla="val 21843"/>
            </a:avLst>
          </a:prstGeom>
          <a:solidFill>
            <a:srgbClr val="d8e9a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17" name="Text 22"/>
          <p:cNvSpPr/>
          <p:nvPr/>
        </p:nvSpPr>
        <p:spPr>
          <a:xfrm>
            <a:off x="4224960" y="2088720"/>
            <a:ext cx="513360" cy="123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ko-KR" sz="800" spc="-1" strike="noStrike">
                <a:solidFill>
                  <a:srgbClr val="1e5128"/>
                </a:solidFill>
                <a:latin typeface="Malgun Gothic"/>
                <a:ea typeface="Malgun Gothic"/>
              </a:rPr>
              <a:t>경로최적화</a:t>
            </a:r>
            <a:endParaRPr b="0" lang="en-US" sz="8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118" name="Text 23"/>
          <p:cNvSpPr/>
          <p:nvPr/>
        </p:nvSpPr>
        <p:spPr>
          <a:xfrm>
            <a:off x="4818960" y="2063520"/>
            <a:ext cx="338760" cy="174240"/>
          </a:xfrm>
          <a:prstGeom prst="roundRect">
            <a:avLst>
              <a:gd name="adj" fmla="val 21843"/>
            </a:avLst>
          </a:prstGeom>
          <a:solidFill>
            <a:srgbClr val="d8e9a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19" name="Text 24"/>
          <p:cNvSpPr/>
          <p:nvPr/>
        </p:nvSpPr>
        <p:spPr>
          <a:xfrm>
            <a:off x="4895280" y="2088720"/>
            <a:ext cx="205200" cy="123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ko-KR" sz="800" spc="-1" strike="noStrike">
                <a:solidFill>
                  <a:srgbClr val="1e5128"/>
                </a:solidFill>
                <a:latin typeface="Malgun Gothic"/>
                <a:ea typeface="Malgun Gothic"/>
              </a:rPr>
              <a:t>추적</a:t>
            </a:r>
            <a:endParaRPr b="0" lang="en-US" sz="8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120" name="Text 25"/>
          <p:cNvSpPr/>
          <p:nvPr/>
        </p:nvSpPr>
        <p:spPr>
          <a:xfrm>
            <a:off x="507960" y="2399760"/>
            <a:ext cx="8127720" cy="488520"/>
          </a:xfrm>
          <a:prstGeom prst="rect">
            <a:avLst/>
          </a:prstGeom>
          <a:solidFill>
            <a:srgbClr val="f4f6f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21" name="Shape 26"/>
          <p:cNvSpPr/>
          <p:nvPr/>
        </p:nvSpPr>
        <p:spPr>
          <a:xfrm>
            <a:off x="507600" y="2883600"/>
            <a:ext cx="8128080" cy="360"/>
          </a:xfrm>
          <a:prstGeom prst="line">
            <a:avLst/>
          </a:prstGeom>
          <a:ln w="9525">
            <a:solidFill>
              <a:srgbClr val="e0e0e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122" name="Text 27"/>
          <p:cNvSpPr/>
          <p:nvPr/>
        </p:nvSpPr>
        <p:spPr>
          <a:xfrm>
            <a:off x="660240" y="2552040"/>
            <a:ext cx="1061280" cy="14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00" spc="-1" strike="noStrike">
                <a:solidFill>
                  <a:srgbClr val="191a19"/>
                </a:solidFill>
                <a:latin typeface="Malgun Gothic"/>
                <a:ea typeface="Malgun Gothic"/>
              </a:rPr>
              <a:t>OMS</a:t>
            </a:r>
            <a:endParaRPr b="0" lang="en-US" sz="9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123" name="Text 28"/>
          <p:cNvSpPr/>
          <p:nvPr/>
        </p:nvSpPr>
        <p:spPr>
          <a:xfrm>
            <a:off x="1930320" y="2552040"/>
            <a:ext cx="1620000" cy="14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ko-KR" sz="900" spc="-1" strike="noStrike">
                <a:solidFill>
                  <a:srgbClr val="191a19"/>
                </a:solidFill>
                <a:latin typeface="Malgun Gothic"/>
                <a:ea typeface="Malgun Gothic"/>
              </a:rPr>
              <a:t>주문관리시스템</a:t>
            </a:r>
            <a:endParaRPr b="0" lang="en-US" sz="9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124" name="Text 29"/>
          <p:cNvSpPr/>
          <p:nvPr/>
        </p:nvSpPr>
        <p:spPr>
          <a:xfrm>
            <a:off x="3759120" y="2552040"/>
            <a:ext cx="525600" cy="174240"/>
          </a:xfrm>
          <a:prstGeom prst="roundRect">
            <a:avLst>
              <a:gd name="adj" fmla="val 21843"/>
            </a:avLst>
          </a:prstGeom>
          <a:solidFill>
            <a:srgbClr val="d8e9a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25" name="Text 30"/>
          <p:cNvSpPr/>
          <p:nvPr/>
        </p:nvSpPr>
        <p:spPr>
          <a:xfrm>
            <a:off x="3835080" y="2577240"/>
            <a:ext cx="410400" cy="123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ko-KR" sz="800" spc="-1" strike="noStrike">
                <a:solidFill>
                  <a:srgbClr val="1e5128"/>
                </a:solidFill>
                <a:latin typeface="Malgun Gothic"/>
                <a:ea typeface="Malgun Gothic"/>
              </a:rPr>
              <a:t>주문접수</a:t>
            </a:r>
            <a:endParaRPr b="0" lang="en-US" sz="8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126" name="Text 31"/>
          <p:cNvSpPr/>
          <p:nvPr/>
        </p:nvSpPr>
        <p:spPr>
          <a:xfrm>
            <a:off x="4335840" y="2552040"/>
            <a:ext cx="338760" cy="174240"/>
          </a:xfrm>
          <a:prstGeom prst="roundRect">
            <a:avLst>
              <a:gd name="adj" fmla="val 21843"/>
            </a:avLst>
          </a:prstGeom>
          <a:solidFill>
            <a:srgbClr val="d8e9a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27" name="Text 32"/>
          <p:cNvSpPr/>
          <p:nvPr/>
        </p:nvSpPr>
        <p:spPr>
          <a:xfrm>
            <a:off x="4411800" y="2577240"/>
            <a:ext cx="205200" cy="123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ko-KR" sz="800" spc="-1" strike="noStrike">
                <a:solidFill>
                  <a:srgbClr val="1e5128"/>
                </a:solidFill>
                <a:latin typeface="Malgun Gothic"/>
                <a:ea typeface="Malgun Gothic"/>
              </a:rPr>
              <a:t>할당</a:t>
            </a:r>
            <a:endParaRPr b="0" lang="en-US" sz="8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128" name="Text 33"/>
          <p:cNvSpPr/>
          <p:nvPr/>
        </p:nvSpPr>
        <p:spPr>
          <a:xfrm>
            <a:off x="4725720" y="2552040"/>
            <a:ext cx="338760" cy="174240"/>
          </a:xfrm>
          <a:prstGeom prst="roundRect">
            <a:avLst>
              <a:gd name="adj" fmla="val 21843"/>
            </a:avLst>
          </a:prstGeom>
          <a:solidFill>
            <a:srgbClr val="d8e9a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29" name="Text 34"/>
          <p:cNvSpPr/>
          <p:nvPr/>
        </p:nvSpPr>
        <p:spPr>
          <a:xfrm>
            <a:off x="4801680" y="2577240"/>
            <a:ext cx="205200" cy="123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ko-KR" sz="800" spc="-1" strike="noStrike">
                <a:solidFill>
                  <a:srgbClr val="1e5128"/>
                </a:solidFill>
                <a:latin typeface="Malgun Gothic"/>
                <a:ea typeface="Malgun Gothic"/>
              </a:rPr>
              <a:t>정산</a:t>
            </a:r>
            <a:endParaRPr b="0" lang="en-US" sz="8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130" name="Shape 35"/>
          <p:cNvSpPr/>
          <p:nvPr/>
        </p:nvSpPr>
        <p:spPr>
          <a:xfrm>
            <a:off x="507600" y="3372120"/>
            <a:ext cx="8128080" cy="360"/>
          </a:xfrm>
          <a:prstGeom prst="line">
            <a:avLst/>
          </a:prstGeom>
          <a:ln w="9525">
            <a:solidFill>
              <a:srgbClr val="e0e0e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131" name="Text 36"/>
          <p:cNvSpPr/>
          <p:nvPr/>
        </p:nvSpPr>
        <p:spPr>
          <a:xfrm>
            <a:off x="660240" y="3040920"/>
            <a:ext cx="1061280" cy="14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00" spc="-1" strike="noStrike">
                <a:solidFill>
                  <a:srgbClr val="191a19"/>
                </a:solidFill>
                <a:latin typeface="Malgun Gothic"/>
                <a:ea typeface="Malgun Gothic"/>
              </a:rPr>
              <a:t>Dashboard</a:t>
            </a:r>
            <a:endParaRPr b="0" lang="en-US" sz="9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132" name="Text 37"/>
          <p:cNvSpPr/>
          <p:nvPr/>
        </p:nvSpPr>
        <p:spPr>
          <a:xfrm>
            <a:off x="1930320" y="3040920"/>
            <a:ext cx="1620000" cy="14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ko-KR" sz="900" spc="-1" strike="noStrike">
                <a:solidFill>
                  <a:srgbClr val="191a19"/>
                </a:solidFill>
                <a:latin typeface="Malgun Gothic"/>
                <a:ea typeface="Malgun Gothic"/>
              </a:rPr>
              <a:t>통합모니터링</a:t>
            </a:r>
            <a:endParaRPr b="0" lang="en-US" sz="9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133" name="Text 38"/>
          <p:cNvSpPr/>
          <p:nvPr/>
        </p:nvSpPr>
        <p:spPr>
          <a:xfrm>
            <a:off x="3759120" y="3040920"/>
            <a:ext cx="641880" cy="174240"/>
          </a:xfrm>
          <a:prstGeom prst="roundRect">
            <a:avLst>
              <a:gd name="adj" fmla="val 21843"/>
            </a:avLst>
          </a:prstGeom>
          <a:solidFill>
            <a:srgbClr val="d8e9a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34" name="Text 39"/>
          <p:cNvSpPr/>
          <p:nvPr/>
        </p:nvSpPr>
        <p:spPr>
          <a:xfrm>
            <a:off x="3835080" y="3066120"/>
            <a:ext cx="538560" cy="123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ko-KR" sz="800" spc="-1" strike="noStrike">
                <a:solidFill>
                  <a:srgbClr val="1e5128"/>
                </a:solidFill>
                <a:latin typeface="Malgun Gothic"/>
                <a:ea typeface="Malgun Gothic"/>
              </a:rPr>
              <a:t>실시간 현황</a:t>
            </a:r>
            <a:endParaRPr b="0" lang="en-US" sz="8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135" name="Text 40"/>
          <p:cNvSpPr/>
          <p:nvPr/>
        </p:nvSpPr>
        <p:spPr>
          <a:xfrm>
            <a:off x="4451760" y="3040920"/>
            <a:ext cx="311760" cy="174240"/>
          </a:xfrm>
          <a:prstGeom prst="roundRect">
            <a:avLst>
              <a:gd name="adj" fmla="val 21843"/>
            </a:avLst>
          </a:prstGeom>
          <a:solidFill>
            <a:srgbClr val="d8e9a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36" name="Text 41"/>
          <p:cNvSpPr/>
          <p:nvPr/>
        </p:nvSpPr>
        <p:spPr>
          <a:xfrm>
            <a:off x="4528080" y="3066120"/>
            <a:ext cx="174960" cy="123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00" spc="-1" strike="noStrike">
                <a:solidFill>
                  <a:srgbClr val="1e5128"/>
                </a:solidFill>
                <a:latin typeface="Malgun Gothic"/>
                <a:ea typeface="Malgun Gothic"/>
              </a:rPr>
              <a:t>KPI</a:t>
            </a:r>
            <a:endParaRPr b="0" lang="en-US" sz="8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137" name="Text 42"/>
          <p:cNvSpPr/>
          <p:nvPr/>
        </p:nvSpPr>
        <p:spPr>
          <a:xfrm>
            <a:off x="4814640" y="3040920"/>
            <a:ext cx="432360" cy="174240"/>
          </a:xfrm>
          <a:prstGeom prst="roundRect">
            <a:avLst>
              <a:gd name="adj" fmla="val 21843"/>
            </a:avLst>
          </a:prstGeom>
          <a:solidFill>
            <a:srgbClr val="d8e9a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38" name="Text 43"/>
          <p:cNvSpPr/>
          <p:nvPr/>
        </p:nvSpPr>
        <p:spPr>
          <a:xfrm>
            <a:off x="4890960" y="3066120"/>
            <a:ext cx="307800" cy="123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ko-KR" sz="800" spc="-1" strike="noStrike">
                <a:solidFill>
                  <a:srgbClr val="1e5128"/>
                </a:solidFill>
                <a:latin typeface="Malgun Gothic"/>
                <a:ea typeface="Malgun Gothic"/>
              </a:rPr>
              <a:t>리포트</a:t>
            </a:r>
            <a:endParaRPr b="0" lang="en-US" sz="800" spc="-1" strike="noStrike">
              <a:solidFill>
                <a:srgbClr val="000000"/>
              </a:solidFill>
              <a:latin typeface="Noto Sans CJK KR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e51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Text 0"/>
          <p:cNvSpPr/>
          <p:nvPr/>
        </p:nvSpPr>
        <p:spPr>
          <a:xfrm>
            <a:off x="6604200" y="0"/>
            <a:ext cx="2539440" cy="2539440"/>
          </a:xfrm>
          <a:prstGeom prst="rect">
            <a:avLst/>
          </a:prstGeom>
          <a:solidFill>
            <a:srgbClr val="4e9f3d">
              <a:alpha val="2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40" name="Text 1"/>
          <p:cNvSpPr/>
          <p:nvPr/>
        </p:nvSpPr>
        <p:spPr>
          <a:xfrm>
            <a:off x="762120" y="1778040"/>
            <a:ext cx="1396440" cy="1095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7200" spc="-1" strike="noStrike">
                <a:solidFill>
                  <a:srgbClr val="ffffff"/>
                </a:solidFill>
                <a:latin typeface="Malgun Gothic"/>
                <a:ea typeface="Malgun Gothic"/>
              </a:rPr>
              <a:t>02</a:t>
            </a:r>
            <a:endParaRPr b="0" lang="en-US" sz="7200" spc="-1" strike="noStrike">
              <a:solidFill>
                <a:srgbClr val="ffffff"/>
              </a:solidFill>
              <a:latin typeface="Noto Sans CJK KR"/>
            </a:endParaRPr>
          </a:p>
        </p:txBody>
      </p:sp>
      <p:sp>
        <p:nvSpPr>
          <p:cNvPr id="141" name="Text 2"/>
          <p:cNvSpPr/>
          <p:nvPr/>
        </p:nvSpPr>
        <p:spPr>
          <a:xfrm>
            <a:off x="2286000" y="2031840"/>
            <a:ext cx="6705360" cy="485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ko-KR" sz="3200" spc="-1" strike="noStrike">
                <a:solidFill>
                  <a:srgbClr val="ffffff"/>
                </a:solidFill>
                <a:latin typeface="Malgun Gothic"/>
                <a:ea typeface="Malgun Gothic"/>
              </a:rPr>
              <a:t>추진 전략 및 방법론</a:t>
            </a:r>
            <a:endParaRPr b="0" lang="en-US" sz="3200" spc="-1" strike="noStrike">
              <a:solidFill>
                <a:srgbClr val="ffffff"/>
              </a:solidFill>
              <a:latin typeface="Noto Sans CJK KR"/>
            </a:endParaRPr>
          </a:p>
        </p:txBody>
      </p:sp>
      <p:sp>
        <p:nvSpPr>
          <p:cNvPr id="142" name="Text 3"/>
          <p:cNvSpPr/>
          <p:nvPr/>
        </p:nvSpPr>
        <p:spPr>
          <a:xfrm>
            <a:off x="2286000" y="2666880"/>
            <a:ext cx="6705360" cy="218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rgbClr val="d8e9a8"/>
                </a:solidFill>
                <a:latin typeface="Malgun Gothic"/>
                <a:ea typeface="Malgun Gothic"/>
              </a:rPr>
              <a:t>Strategy &amp; Methodology</a:t>
            </a:r>
            <a:endParaRPr b="0" lang="en-US" sz="1400" spc="-1" strike="noStrike">
              <a:solidFill>
                <a:srgbClr val="ffffff"/>
              </a:solidFill>
              <a:latin typeface="Noto Sans CJK KR"/>
            </a:endParaRPr>
          </a:p>
        </p:txBody>
      </p:sp>
      <p:sp>
        <p:nvSpPr>
          <p:cNvPr id="143" name="Text 4"/>
          <p:cNvSpPr/>
          <p:nvPr/>
        </p:nvSpPr>
        <p:spPr>
          <a:xfrm>
            <a:off x="2286000" y="3174840"/>
            <a:ext cx="761760" cy="50400"/>
          </a:xfrm>
          <a:prstGeom prst="rect">
            <a:avLst/>
          </a:prstGeom>
          <a:solidFill>
            <a:srgbClr val="4e9f3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5760" bIns="576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Text 0"/>
          <p:cNvSpPr/>
          <p:nvPr/>
        </p:nvSpPr>
        <p:spPr>
          <a:xfrm>
            <a:off x="507960" y="317520"/>
            <a:ext cx="1833480" cy="33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ko-KR" sz="2200" spc="-1" strike="noStrike">
                <a:solidFill>
                  <a:srgbClr val="1e5128"/>
                </a:solidFill>
                <a:latin typeface="Malgun Gothic"/>
                <a:ea typeface="Malgun Gothic"/>
              </a:rPr>
              <a:t>핵심 추진 전략</a:t>
            </a:r>
            <a:endParaRPr b="0" lang="en-US" sz="22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145" name="Text 1"/>
          <p:cNvSpPr/>
          <p:nvPr/>
        </p:nvSpPr>
        <p:spPr>
          <a:xfrm>
            <a:off x="507960" y="698400"/>
            <a:ext cx="761760" cy="37800"/>
          </a:xfrm>
          <a:prstGeom prst="rect">
            <a:avLst/>
          </a:prstGeom>
          <a:solidFill>
            <a:srgbClr val="4e9f3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6840" bIns="-684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46" name="Text 2"/>
          <p:cNvSpPr/>
          <p:nvPr/>
        </p:nvSpPr>
        <p:spPr>
          <a:xfrm>
            <a:off x="507960" y="1079280"/>
            <a:ext cx="2539800" cy="2237400"/>
          </a:xfrm>
          <a:prstGeom prst="roundRect">
            <a:avLst>
              <a:gd name="adj" fmla="val 5675"/>
            </a:avLst>
          </a:prstGeom>
          <a:solidFill>
            <a:srgbClr val="f4f6f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47" name="Shape 3"/>
          <p:cNvSpPr/>
          <p:nvPr/>
        </p:nvSpPr>
        <p:spPr>
          <a:xfrm>
            <a:off x="507600" y="1103040"/>
            <a:ext cx="2540160" cy="360"/>
          </a:xfrm>
          <a:prstGeom prst="line">
            <a:avLst/>
          </a:prstGeom>
          <a:ln w="47625">
            <a:solidFill>
              <a:srgbClr val="1e512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148" name="Text 4"/>
          <p:cNvSpPr/>
          <p:nvPr/>
        </p:nvSpPr>
        <p:spPr>
          <a:xfrm>
            <a:off x="761760" y="1380960"/>
            <a:ext cx="380520" cy="380520"/>
          </a:xfrm>
          <a:prstGeom prst="roundRect">
            <a:avLst>
              <a:gd name="adj" fmla="val 50000"/>
            </a:avLst>
          </a:prstGeom>
          <a:solidFill>
            <a:srgbClr val="1e512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49" name="Text 5"/>
          <p:cNvSpPr/>
          <p:nvPr/>
        </p:nvSpPr>
        <p:spPr>
          <a:xfrm>
            <a:off x="899280" y="1461960"/>
            <a:ext cx="116280" cy="218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ffffff"/>
                </a:solidFill>
                <a:latin typeface="Malgun Gothic"/>
                <a:ea typeface="Malgun Gothic"/>
              </a:rPr>
              <a:t>1</a:t>
            </a:r>
            <a:endParaRPr b="0" lang="en-US" sz="14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150" name="Text 6"/>
          <p:cNvSpPr/>
          <p:nvPr/>
        </p:nvSpPr>
        <p:spPr>
          <a:xfrm>
            <a:off x="761760" y="1914480"/>
            <a:ext cx="2235240" cy="199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spcAft>
                <a:spcPts val="1001"/>
              </a:spcAft>
              <a:tabLst>
                <a:tab algn="l" pos="0"/>
              </a:tabLst>
            </a:pPr>
            <a:r>
              <a:rPr b="1" lang="ko-KR" sz="1300" spc="-1" strike="noStrike">
                <a:solidFill>
                  <a:srgbClr val="1e5128"/>
                </a:solidFill>
                <a:latin typeface="Malgun Gothic"/>
                <a:ea typeface="Malgun Gothic"/>
              </a:rPr>
              <a:t>단계적 전환 전략</a:t>
            </a:r>
            <a:endParaRPr b="0" lang="en-US" sz="13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151" name="Text 7"/>
          <p:cNvSpPr/>
          <p:nvPr/>
        </p:nvSpPr>
        <p:spPr>
          <a:xfrm>
            <a:off x="761760" y="2241360"/>
            <a:ext cx="2235240" cy="342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ts val="1349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191a19"/>
                </a:solidFill>
                <a:latin typeface="Malgun Gothic"/>
                <a:ea typeface="Malgun Gothic"/>
              </a:rPr>
              <a:t>Big Bang </a:t>
            </a:r>
            <a:r>
              <a:rPr b="0" lang="ko-KR" sz="900" spc="-1" strike="noStrike">
                <a:solidFill>
                  <a:srgbClr val="191a19"/>
                </a:solidFill>
                <a:latin typeface="Malgun Gothic"/>
                <a:ea typeface="Malgun Gothic"/>
              </a:rPr>
              <a:t>방식이 아닌 모듈별 순차 전환으로 리스크 최소화</a:t>
            </a:r>
            <a:endParaRPr b="0" lang="en-US" sz="9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152" name="Text 8"/>
          <p:cNvSpPr/>
          <p:nvPr/>
        </p:nvSpPr>
        <p:spPr>
          <a:xfrm>
            <a:off x="761760" y="2736720"/>
            <a:ext cx="2031840" cy="326520"/>
          </a:xfrm>
          <a:prstGeom prst="roundRect">
            <a:avLst>
              <a:gd name="adj" fmla="val 19429"/>
            </a:avLst>
          </a:prstGeom>
          <a:solidFill>
            <a:srgbClr val="d8e9a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53" name="Text 9"/>
          <p:cNvSpPr/>
          <p:nvPr/>
        </p:nvSpPr>
        <p:spPr>
          <a:xfrm>
            <a:off x="888840" y="2838240"/>
            <a:ext cx="1955880" cy="123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800" spc="-1" strike="noStrike">
                <a:solidFill>
                  <a:srgbClr val="1e5128"/>
                </a:solidFill>
                <a:latin typeface="Malgun Gothic"/>
                <a:ea typeface="Malgun Gothic"/>
              </a:rPr>
              <a:t>WMS → TMS → OMS → Dashboard</a:t>
            </a:r>
            <a:endParaRPr b="0" lang="en-US" sz="8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154" name="Text 10"/>
          <p:cNvSpPr/>
          <p:nvPr/>
        </p:nvSpPr>
        <p:spPr>
          <a:xfrm>
            <a:off x="3301920" y="1079280"/>
            <a:ext cx="2539800" cy="2237400"/>
          </a:xfrm>
          <a:prstGeom prst="roundRect">
            <a:avLst>
              <a:gd name="adj" fmla="val 5675"/>
            </a:avLst>
          </a:prstGeom>
          <a:solidFill>
            <a:srgbClr val="f4f6f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55" name="Shape 11"/>
          <p:cNvSpPr/>
          <p:nvPr/>
        </p:nvSpPr>
        <p:spPr>
          <a:xfrm>
            <a:off x="3301560" y="1103040"/>
            <a:ext cx="2540160" cy="360"/>
          </a:xfrm>
          <a:prstGeom prst="line">
            <a:avLst/>
          </a:prstGeom>
          <a:ln w="47625">
            <a:solidFill>
              <a:srgbClr val="1e512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156" name="Text 12"/>
          <p:cNvSpPr/>
          <p:nvPr/>
        </p:nvSpPr>
        <p:spPr>
          <a:xfrm>
            <a:off x="3555720" y="1380960"/>
            <a:ext cx="380520" cy="380520"/>
          </a:xfrm>
          <a:prstGeom prst="roundRect">
            <a:avLst>
              <a:gd name="adj" fmla="val 50000"/>
            </a:avLst>
          </a:prstGeom>
          <a:solidFill>
            <a:srgbClr val="1e512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57" name="Text 13"/>
          <p:cNvSpPr/>
          <p:nvPr/>
        </p:nvSpPr>
        <p:spPr>
          <a:xfrm>
            <a:off x="3693240" y="1461960"/>
            <a:ext cx="116280" cy="218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ffffff"/>
                </a:solidFill>
                <a:latin typeface="Malgun Gothic"/>
                <a:ea typeface="Malgun Gothic"/>
              </a:rPr>
              <a:t>2</a:t>
            </a:r>
            <a:endParaRPr b="0" lang="en-US" sz="14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158" name="Text 14"/>
          <p:cNvSpPr/>
          <p:nvPr/>
        </p:nvSpPr>
        <p:spPr>
          <a:xfrm>
            <a:off x="3555720" y="1914480"/>
            <a:ext cx="2235240" cy="199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spcAft>
                <a:spcPts val="1001"/>
              </a:spcAft>
              <a:tabLst>
                <a:tab algn="l" pos="0"/>
              </a:tabLst>
            </a:pPr>
            <a:r>
              <a:rPr b="1" lang="ko-KR" sz="1300" spc="-1" strike="noStrike">
                <a:solidFill>
                  <a:srgbClr val="1e5128"/>
                </a:solidFill>
                <a:latin typeface="Malgun Gothic"/>
                <a:ea typeface="Malgun Gothic"/>
              </a:rPr>
              <a:t>애자일 기반 개발</a:t>
            </a:r>
            <a:endParaRPr b="0" lang="en-US" sz="13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159" name="Text 15"/>
          <p:cNvSpPr/>
          <p:nvPr/>
        </p:nvSpPr>
        <p:spPr>
          <a:xfrm>
            <a:off x="3555720" y="2241360"/>
            <a:ext cx="2235240" cy="342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ts val="1349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191a19"/>
                </a:solidFill>
                <a:latin typeface="Malgun Gothic"/>
                <a:ea typeface="Malgun Gothic"/>
              </a:rPr>
              <a:t>2</a:t>
            </a:r>
            <a:r>
              <a:rPr b="0" lang="ko-KR" sz="900" spc="-1" strike="noStrike">
                <a:solidFill>
                  <a:srgbClr val="191a19"/>
                </a:solidFill>
                <a:latin typeface="Malgun Gothic"/>
                <a:ea typeface="Malgun Gothic"/>
              </a:rPr>
              <a:t>주 단위 스프린트로 빠른 피드백과 유연한 대응 체계 구축</a:t>
            </a:r>
            <a:endParaRPr b="0" lang="en-US" sz="9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160" name="Text 16"/>
          <p:cNvSpPr/>
          <p:nvPr/>
        </p:nvSpPr>
        <p:spPr>
          <a:xfrm>
            <a:off x="3555720" y="2736720"/>
            <a:ext cx="2031840" cy="326520"/>
          </a:xfrm>
          <a:prstGeom prst="roundRect">
            <a:avLst>
              <a:gd name="adj" fmla="val 19429"/>
            </a:avLst>
          </a:prstGeom>
          <a:solidFill>
            <a:srgbClr val="d8e9a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61" name="Text 17"/>
          <p:cNvSpPr/>
          <p:nvPr/>
        </p:nvSpPr>
        <p:spPr>
          <a:xfrm>
            <a:off x="3682800" y="2838240"/>
            <a:ext cx="1955880" cy="123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800" spc="-1" strike="noStrike">
                <a:solidFill>
                  <a:srgbClr val="1e5128"/>
                </a:solidFill>
                <a:latin typeface="Malgun Gothic"/>
                <a:ea typeface="Malgun Gothic"/>
              </a:rPr>
              <a:t>2</a:t>
            </a:r>
            <a:r>
              <a:rPr b="1" lang="ko-KR" sz="800" spc="-1" strike="noStrike">
                <a:solidFill>
                  <a:srgbClr val="1e5128"/>
                </a:solidFill>
                <a:latin typeface="Malgun Gothic"/>
                <a:ea typeface="Malgun Gothic"/>
              </a:rPr>
              <a:t>주 </a:t>
            </a:r>
            <a:r>
              <a:rPr b="1" lang="en-US" sz="800" spc="-1" strike="noStrike">
                <a:solidFill>
                  <a:srgbClr val="1e5128"/>
                </a:solidFill>
                <a:latin typeface="Malgun Gothic"/>
                <a:ea typeface="Malgun Gothic"/>
              </a:rPr>
              <a:t>Sprint + Daily Standup</a:t>
            </a:r>
            <a:endParaRPr b="0" lang="en-US" sz="8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162" name="Text 18"/>
          <p:cNvSpPr/>
          <p:nvPr/>
        </p:nvSpPr>
        <p:spPr>
          <a:xfrm>
            <a:off x="6095880" y="1079280"/>
            <a:ext cx="2539800" cy="2237400"/>
          </a:xfrm>
          <a:prstGeom prst="roundRect">
            <a:avLst>
              <a:gd name="adj" fmla="val 5675"/>
            </a:avLst>
          </a:prstGeom>
          <a:solidFill>
            <a:srgbClr val="f4f6f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63" name="Shape 19"/>
          <p:cNvSpPr/>
          <p:nvPr/>
        </p:nvSpPr>
        <p:spPr>
          <a:xfrm>
            <a:off x="6095520" y="1103040"/>
            <a:ext cx="2540160" cy="360"/>
          </a:xfrm>
          <a:prstGeom prst="line">
            <a:avLst/>
          </a:prstGeom>
          <a:ln w="47625">
            <a:solidFill>
              <a:srgbClr val="1e512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164" name="Text 20"/>
          <p:cNvSpPr/>
          <p:nvPr/>
        </p:nvSpPr>
        <p:spPr>
          <a:xfrm>
            <a:off x="6349680" y="1380960"/>
            <a:ext cx="380520" cy="380520"/>
          </a:xfrm>
          <a:prstGeom prst="roundRect">
            <a:avLst>
              <a:gd name="adj" fmla="val 50000"/>
            </a:avLst>
          </a:prstGeom>
          <a:solidFill>
            <a:srgbClr val="1e512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65" name="Text 21"/>
          <p:cNvSpPr/>
          <p:nvPr/>
        </p:nvSpPr>
        <p:spPr>
          <a:xfrm>
            <a:off x="6487200" y="1461960"/>
            <a:ext cx="116280" cy="218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ffffff"/>
                </a:solidFill>
                <a:latin typeface="Malgun Gothic"/>
                <a:ea typeface="Malgun Gothic"/>
              </a:rPr>
              <a:t>3</a:t>
            </a:r>
            <a:endParaRPr b="0" lang="en-US" sz="14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166" name="Text 22"/>
          <p:cNvSpPr/>
          <p:nvPr/>
        </p:nvSpPr>
        <p:spPr>
          <a:xfrm>
            <a:off x="6349680" y="1914480"/>
            <a:ext cx="2235240" cy="199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spcAft>
                <a:spcPts val="1001"/>
              </a:spcAft>
              <a:tabLst>
                <a:tab algn="l" pos="0"/>
              </a:tabLst>
            </a:pPr>
            <a:r>
              <a:rPr b="1" lang="ko-KR" sz="1300" spc="-1" strike="noStrike">
                <a:solidFill>
                  <a:srgbClr val="1e5128"/>
                </a:solidFill>
                <a:latin typeface="Malgun Gothic"/>
                <a:ea typeface="Malgun Gothic"/>
              </a:rPr>
              <a:t>현업 밀착 협업</a:t>
            </a:r>
            <a:endParaRPr b="0" lang="en-US" sz="13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167" name="Text 23"/>
          <p:cNvSpPr/>
          <p:nvPr/>
        </p:nvSpPr>
        <p:spPr>
          <a:xfrm>
            <a:off x="6349680" y="2241360"/>
            <a:ext cx="2235240" cy="342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ts val="1349"/>
              </a:lnSpc>
              <a:tabLst>
                <a:tab algn="l" pos="0"/>
              </a:tabLst>
            </a:pPr>
            <a:r>
              <a:rPr b="0" lang="ko-KR" sz="900" spc="-1" strike="noStrike">
                <a:solidFill>
                  <a:srgbClr val="191a19"/>
                </a:solidFill>
                <a:latin typeface="Malgun Gothic"/>
                <a:ea typeface="Malgun Gothic"/>
              </a:rPr>
              <a:t>주 </a:t>
            </a:r>
            <a:r>
              <a:rPr b="0" lang="en-US" sz="900" spc="-1" strike="noStrike">
                <a:solidFill>
                  <a:srgbClr val="191a19"/>
                </a:solidFill>
                <a:latin typeface="Malgun Gothic"/>
                <a:ea typeface="Malgun Gothic"/>
              </a:rPr>
              <a:t>2</a:t>
            </a:r>
            <a:r>
              <a:rPr b="0" lang="ko-KR" sz="900" spc="-1" strike="noStrike">
                <a:solidFill>
                  <a:srgbClr val="191a19"/>
                </a:solidFill>
                <a:latin typeface="Malgun Gothic"/>
                <a:ea typeface="Malgun Gothic"/>
              </a:rPr>
              <a:t>회 현업 리뷰를 통한 요구사항 정합성 확보</a:t>
            </a:r>
            <a:endParaRPr b="0" lang="en-US" sz="9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168" name="Text 24"/>
          <p:cNvSpPr/>
          <p:nvPr/>
        </p:nvSpPr>
        <p:spPr>
          <a:xfrm>
            <a:off x="6349680" y="2736720"/>
            <a:ext cx="2031840" cy="326520"/>
          </a:xfrm>
          <a:prstGeom prst="roundRect">
            <a:avLst>
              <a:gd name="adj" fmla="val 19429"/>
            </a:avLst>
          </a:prstGeom>
          <a:solidFill>
            <a:srgbClr val="d8e9a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69" name="Text 25"/>
          <p:cNvSpPr/>
          <p:nvPr/>
        </p:nvSpPr>
        <p:spPr>
          <a:xfrm>
            <a:off x="6476760" y="2838240"/>
            <a:ext cx="1955880" cy="123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ko-KR" sz="800" spc="-1" strike="noStrike">
                <a:solidFill>
                  <a:srgbClr val="1e5128"/>
                </a:solidFill>
                <a:latin typeface="Malgun Gothic"/>
                <a:ea typeface="Malgun Gothic"/>
              </a:rPr>
              <a:t>주 </a:t>
            </a:r>
            <a:r>
              <a:rPr b="1" lang="en-US" sz="800" spc="-1" strike="noStrike">
                <a:solidFill>
                  <a:srgbClr val="1e5128"/>
                </a:solidFill>
                <a:latin typeface="Malgun Gothic"/>
                <a:ea typeface="Malgun Gothic"/>
              </a:rPr>
              <a:t>2</a:t>
            </a:r>
            <a:r>
              <a:rPr b="1" lang="ko-KR" sz="800" spc="-1" strike="noStrike">
                <a:solidFill>
                  <a:srgbClr val="1e5128"/>
                </a:solidFill>
                <a:latin typeface="Malgun Gothic"/>
                <a:ea typeface="Malgun Gothic"/>
              </a:rPr>
              <a:t>회 현업 리뷰 미팅</a:t>
            </a:r>
            <a:endParaRPr b="0" lang="en-US" sz="800" spc="-1" strike="noStrike">
              <a:solidFill>
                <a:srgbClr val="000000"/>
              </a:solidFill>
              <a:latin typeface="Noto Sans CJK KR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Text 0"/>
          <p:cNvSpPr/>
          <p:nvPr/>
        </p:nvSpPr>
        <p:spPr>
          <a:xfrm>
            <a:off x="507960" y="317520"/>
            <a:ext cx="1764720" cy="33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ko-KR" sz="2200" spc="-1" strike="noStrike">
                <a:solidFill>
                  <a:srgbClr val="1e5128"/>
                </a:solidFill>
                <a:latin typeface="Malgun Gothic"/>
                <a:ea typeface="Malgun Gothic"/>
              </a:rPr>
              <a:t>기술 아키텍처</a:t>
            </a:r>
            <a:endParaRPr b="0" lang="en-US" sz="22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171" name="Text 1"/>
          <p:cNvSpPr/>
          <p:nvPr/>
        </p:nvSpPr>
        <p:spPr>
          <a:xfrm>
            <a:off x="507960" y="698400"/>
            <a:ext cx="761760" cy="37800"/>
          </a:xfrm>
          <a:prstGeom prst="rect">
            <a:avLst/>
          </a:prstGeom>
          <a:solidFill>
            <a:srgbClr val="4e9f3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6840" bIns="-684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72" name="Text 2"/>
          <p:cNvSpPr/>
          <p:nvPr/>
        </p:nvSpPr>
        <p:spPr>
          <a:xfrm>
            <a:off x="507960" y="1015920"/>
            <a:ext cx="8127720" cy="406080"/>
          </a:xfrm>
          <a:prstGeom prst="roundRect">
            <a:avLst>
              <a:gd name="adj" fmla="val 18755"/>
            </a:avLst>
          </a:prstGeom>
          <a:solidFill>
            <a:srgbClr val="1e512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73" name="Text 3"/>
          <p:cNvSpPr/>
          <p:nvPr/>
        </p:nvSpPr>
        <p:spPr>
          <a:xfrm>
            <a:off x="660240" y="1143000"/>
            <a:ext cx="1061280" cy="15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ko-KR" sz="1000" spc="-1" strike="noStrike">
                <a:solidFill>
                  <a:srgbClr val="ffffff"/>
                </a:solidFill>
                <a:latin typeface="Malgun Gothic"/>
                <a:ea typeface="Malgun Gothic"/>
              </a:rPr>
              <a:t>영역</a:t>
            </a:r>
            <a:endParaRPr b="0" lang="en-US" sz="10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174" name="Text 4"/>
          <p:cNvSpPr/>
          <p:nvPr/>
        </p:nvSpPr>
        <p:spPr>
          <a:xfrm>
            <a:off x="1930320" y="1143000"/>
            <a:ext cx="2179080" cy="15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ko-KR" sz="1000" spc="-1" strike="noStrike">
                <a:solidFill>
                  <a:srgbClr val="ffffff"/>
                </a:solidFill>
                <a:latin typeface="Malgun Gothic"/>
                <a:ea typeface="Malgun Gothic"/>
              </a:rPr>
              <a:t>기술</a:t>
            </a:r>
            <a:r>
              <a:rPr b="1" lang="en-US" sz="1000" spc="-1" strike="noStrike">
                <a:solidFill>
                  <a:srgbClr val="ffffff"/>
                </a:solidFill>
                <a:latin typeface="Malgun Gothic"/>
                <a:ea typeface="Malgun Gothic"/>
              </a:rPr>
              <a:t>/</a:t>
            </a:r>
            <a:r>
              <a:rPr b="1" lang="ko-KR" sz="1000" spc="-1" strike="noStrike">
                <a:solidFill>
                  <a:srgbClr val="ffffff"/>
                </a:solidFill>
                <a:latin typeface="Malgun Gothic"/>
                <a:ea typeface="Malgun Gothic"/>
              </a:rPr>
              <a:t>제품</a:t>
            </a:r>
            <a:endParaRPr b="0" lang="en-US" sz="10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175" name="Text 5"/>
          <p:cNvSpPr/>
          <p:nvPr/>
        </p:nvSpPr>
        <p:spPr>
          <a:xfrm>
            <a:off x="4216320" y="1143000"/>
            <a:ext cx="781920" cy="15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ko-KR" sz="1000" spc="-1" strike="noStrike">
                <a:solidFill>
                  <a:srgbClr val="ffffff"/>
                </a:solidFill>
                <a:latin typeface="Malgun Gothic"/>
                <a:ea typeface="Malgun Gothic"/>
              </a:rPr>
              <a:t>버전</a:t>
            </a:r>
            <a:endParaRPr b="0" lang="en-US" sz="10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176" name="Text 6"/>
          <p:cNvSpPr/>
          <p:nvPr/>
        </p:nvSpPr>
        <p:spPr>
          <a:xfrm>
            <a:off x="5232240" y="1143000"/>
            <a:ext cx="3576240" cy="15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ko-KR" sz="1000" spc="-1" strike="noStrike">
                <a:solidFill>
                  <a:srgbClr val="ffffff"/>
                </a:solidFill>
                <a:latin typeface="Malgun Gothic"/>
                <a:ea typeface="Malgun Gothic"/>
              </a:rPr>
              <a:t>비고</a:t>
            </a:r>
            <a:endParaRPr b="0" lang="en-US" sz="10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177" name="Text 7"/>
          <p:cNvSpPr/>
          <p:nvPr/>
        </p:nvSpPr>
        <p:spPr>
          <a:xfrm>
            <a:off x="507960" y="1422360"/>
            <a:ext cx="8127720" cy="406080"/>
          </a:xfrm>
          <a:prstGeom prst="rect">
            <a:avLst/>
          </a:prstGeom>
          <a:solidFill>
            <a:srgbClr val="f4f6f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78" name="Shape 8"/>
          <p:cNvSpPr/>
          <p:nvPr/>
        </p:nvSpPr>
        <p:spPr>
          <a:xfrm>
            <a:off x="507600" y="1823400"/>
            <a:ext cx="8128080" cy="360"/>
          </a:xfrm>
          <a:prstGeom prst="line">
            <a:avLst/>
          </a:prstGeom>
          <a:ln w="9525">
            <a:solidFill>
              <a:srgbClr val="e0e0e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179" name="Text 9"/>
          <p:cNvSpPr/>
          <p:nvPr/>
        </p:nvSpPr>
        <p:spPr>
          <a:xfrm>
            <a:off x="660240" y="1549080"/>
            <a:ext cx="1061280" cy="14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00" spc="-1" strike="noStrike">
                <a:solidFill>
                  <a:srgbClr val="191a19"/>
                </a:solidFill>
                <a:latin typeface="Malgun Gothic"/>
                <a:ea typeface="Malgun Gothic"/>
              </a:rPr>
              <a:t>Frontend</a:t>
            </a:r>
            <a:endParaRPr b="0" lang="en-US" sz="9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180" name="Text 10"/>
          <p:cNvSpPr/>
          <p:nvPr/>
        </p:nvSpPr>
        <p:spPr>
          <a:xfrm>
            <a:off x="1930320" y="1549080"/>
            <a:ext cx="2179080" cy="14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191a19"/>
                </a:solidFill>
                <a:latin typeface="Malgun Gothic"/>
                <a:ea typeface="Malgun Gothic"/>
              </a:rPr>
              <a:t>Vue.js 3, TypeScript</a:t>
            </a:r>
            <a:endParaRPr b="0" lang="en-US" sz="9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181" name="Text 11"/>
          <p:cNvSpPr/>
          <p:nvPr/>
        </p:nvSpPr>
        <p:spPr>
          <a:xfrm>
            <a:off x="4216320" y="1549080"/>
            <a:ext cx="781920" cy="14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191a19"/>
                </a:solidFill>
                <a:latin typeface="Malgun Gothic"/>
                <a:ea typeface="Malgun Gothic"/>
              </a:rPr>
              <a:t>3.4 / 5.3</a:t>
            </a:r>
            <a:endParaRPr b="0" lang="en-US" sz="9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182" name="Text 12"/>
          <p:cNvSpPr/>
          <p:nvPr/>
        </p:nvSpPr>
        <p:spPr>
          <a:xfrm>
            <a:off x="5232240" y="1549080"/>
            <a:ext cx="3576240" cy="14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191a19"/>
                </a:solidFill>
                <a:latin typeface="Malgun Gothic"/>
                <a:ea typeface="Malgun Gothic"/>
              </a:rPr>
              <a:t>SPA </a:t>
            </a:r>
            <a:r>
              <a:rPr b="0" lang="ko-KR" sz="900" spc="-1" strike="noStrike">
                <a:solidFill>
                  <a:srgbClr val="191a19"/>
                </a:solidFill>
                <a:latin typeface="Malgun Gothic"/>
                <a:ea typeface="Malgun Gothic"/>
              </a:rPr>
              <a:t>구조</a:t>
            </a:r>
            <a:endParaRPr b="0" lang="en-US" sz="9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183" name="Shape 13"/>
          <p:cNvSpPr/>
          <p:nvPr/>
        </p:nvSpPr>
        <p:spPr>
          <a:xfrm>
            <a:off x="507600" y="2229840"/>
            <a:ext cx="8128080" cy="360"/>
          </a:xfrm>
          <a:prstGeom prst="line">
            <a:avLst/>
          </a:prstGeom>
          <a:ln w="9525">
            <a:solidFill>
              <a:srgbClr val="e0e0e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184" name="Text 14"/>
          <p:cNvSpPr/>
          <p:nvPr/>
        </p:nvSpPr>
        <p:spPr>
          <a:xfrm>
            <a:off x="660240" y="1955520"/>
            <a:ext cx="1061280" cy="14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00" spc="-1" strike="noStrike">
                <a:solidFill>
                  <a:srgbClr val="191a19"/>
                </a:solidFill>
                <a:latin typeface="Malgun Gothic"/>
                <a:ea typeface="Malgun Gothic"/>
              </a:rPr>
              <a:t>Backend</a:t>
            </a:r>
            <a:endParaRPr b="0" lang="en-US" sz="9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185" name="Text 15"/>
          <p:cNvSpPr/>
          <p:nvPr/>
        </p:nvSpPr>
        <p:spPr>
          <a:xfrm>
            <a:off x="1930320" y="1955520"/>
            <a:ext cx="2179080" cy="14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191a19"/>
                </a:solidFill>
                <a:latin typeface="Malgun Gothic"/>
                <a:ea typeface="Malgun Gothic"/>
              </a:rPr>
              <a:t>Spring Boot, Java</a:t>
            </a:r>
            <a:endParaRPr b="0" lang="en-US" sz="9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186" name="Text 16"/>
          <p:cNvSpPr/>
          <p:nvPr/>
        </p:nvSpPr>
        <p:spPr>
          <a:xfrm>
            <a:off x="4216320" y="1955520"/>
            <a:ext cx="781920" cy="14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191a19"/>
                </a:solidFill>
                <a:latin typeface="Malgun Gothic"/>
                <a:ea typeface="Malgun Gothic"/>
              </a:rPr>
              <a:t>3.2 / 17</a:t>
            </a:r>
            <a:endParaRPr b="0" lang="en-US" sz="9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187" name="Text 17"/>
          <p:cNvSpPr/>
          <p:nvPr/>
        </p:nvSpPr>
        <p:spPr>
          <a:xfrm>
            <a:off x="5232240" y="1955520"/>
            <a:ext cx="3576240" cy="14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191a19"/>
                </a:solidFill>
                <a:latin typeface="Malgun Gothic"/>
                <a:ea typeface="Malgun Gothic"/>
              </a:rPr>
              <a:t>MSA </a:t>
            </a:r>
            <a:r>
              <a:rPr b="0" lang="ko-KR" sz="900" spc="-1" strike="noStrike">
                <a:solidFill>
                  <a:srgbClr val="191a19"/>
                </a:solidFill>
                <a:latin typeface="Malgun Gothic"/>
                <a:ea typeface="Malgun Gothic"/>
              </a:rPr>
              <a:t>구조</a:t>
            </a:r>
            <a:endParaRPr b="0" lang="en-US" sz="9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188" name="Text 18"/>
          <p:cNvSpPr/>
          <p:nvPr/>
        </p:nvSpPr>
        <p:spPr>
          <a:xfrm>
            <a:off x="507960" y="2234880"/>
            <a:ext cx="8127720" cy="406080"/>
          </a:xfrm>
          <a:prstGeom prst="rect">
            <a:avLst/>
          </a:prstGeom>
          <a:solidFill>
            <a:srgbClr val="f4f6f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89" name="Shape 19"/>
          <p:cNvSpPr/>
          <p:nvPr/>
        </p:nvSpPr>
        <p:spPr>
          <a:xfrm>
            <a:off x="507600" y="2636280"/>
            <a:ext cx="8128080" cy="360"/>
          </a:xfrm>
          <a:prstGeom prst="line">
            <a:avLst/>
          </a:prstGeom>
          <a:ln w="9525">
            <a:solidFill>
              <a:srgbClr val="e0e0e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190" name="Text 20"/>
          <p:cNvSpPr/>
          <p:nvPr/>
        </p:nvSpPr>
        <p:spPr>
          <a:xfrm>
            <a:off x="660240" y="2361600"/>
            <a:ext cx="1061280" cy="14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00" spc="-1" strike="noStrike">
                <a:solidFill>
                  <a:srgbClr val="191a19"/>
                </a:solidFill>
                <a:latin typeface="Malgun Gothic"/>
                <a:ea typeface="Malgun Gothic"/>
              </a:rPr>
              <a:t>Database</a:t>
            </a:r>
            <a:endParaRPr b="0" lang="en-US" sz="9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191" name="Text 21"/>
          <p:cNvSpPr/>
          <p:nvPr/>
        </p:nvSpPr>
        <p:spPr>
          <a:xfrm>
            <a:off x="1930320" y="2361600"/>
            <a:ext cx="2179080" cy="14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191a19"/>
                </a:solidFill>
                <a:latin typeface="Malgun Gothic"/>
                <a:ea typeface="Malgun Gothic"/>
              </a:rPr>
              <a:t>PostgreSQL, Redis</a:t>
            </a:r>
            <a:endParaRPr b="0" lang="en-US" sz="9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192" name="Text 22"/>
          <p:cNvSpPr/>
          <p:nvPr/>
        </p:nvSpPr>
        <p:spPr>
          <a:xfrm>
            <a:off x="4216320" y="2361600"/>
            <a:ext cx="781920" cy="14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191a19"/>
                </a:solidFill>
                <a:latin typeface="Malgun Gothic"/>
                <a:ea typeface="Malgun Gothic"/>
              </a:rPr>
              <a:t>16 / 7</a:t>
            </a:r>
            <a:endParaRPr b="0" lang="en-US" sz="9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193" name="Text 23"/>
          <p:cNvSpPr/>
          <p:nvPr/>
        </p:nvSpPr>
        <p:spPr>
          <a:xfrm>
            <a:off x="5232240" y="2361600"/>
            <a:ext cx="3576240" cy="14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191a19"/>
                </a:solidFill>
                <a:latin typeface="Malgun Gothic"/>
                <a:ea typeface="Malgun Gothic"/>
              </a:rPr>
              <a:t>RDBMS + Cache</a:t>
            </a:r>
            <a:endParaRPr b="0" lang="en-US" sz="9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194" name="Shape 24"/>
          <p:cNvSpPr/>
          <p:nvPr/>
        </p:nvSpPr>
        <p:spPr>
          <a:xfrm>
            <a:off x="507600" y="3042360"/>
            <a:ext cx="8128080" cy="360"/>
          </a:xfrm>
          <a:prstGeom prst="line">
            <a:avLst/>
          </a:prstGeom>
          <a:ln w="9525">
            <a:solidFill>
              <a:srgbClr val="e0e0e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195" name="Text 25"/>
          <p:cNvSpPr/>
          <p:nvPr/>
        </p:nvSpPr>
        <p:spPr>
          <a:xfrm>
            <a:off x="660240" y="2768040"/>
            <a:ext cx="1061280" cy="14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00" spc="-1" strike="noStrike">
                <a:solidFill>
                  <a:srgbClr val="191a19"/>
                </a:solidFill>
                <a:latin typeface="Malgun Gothic"/>
                <a:ea typeface="Malgun Gothic"/>
              </a:rPr>
              <a:t>Infra</a:t>
            </a:r>
            <a:endParaRPr b="0" lang="en-US" sz="9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196" name="Text 26"/>
          <p:cNvSpPr/>
          <p:nvPr/>
        </p:nvSpPr>
        <p:spPr>
          <a:xfrm>
            <a:off x="1930320" y="2768040"/>
            <a:ext cx="2179080" cy="14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191a19"/>
                </a:solidFill>
                <a:latin typeface="Malgun Gothic"/>
                <a:ea typeface="Malgun Gothic"/>
              </a:rPr>
              <a:t>AWS (EKS, RDS, S3)</a:t>
            </a:r>
            <a:endParaRPr b="0" lang="en-US" sz="9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197" name="Text 27"/>
          <p:cNvSpPr/>
          <p:nvPr/>
        </p:nvSpPr>
        <p:spPr>
          <a:xfrm>
            <a:off x="4216320" y="2768040"/>
            <a:ext cx="781920" cy="14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191a19"/>
                </a:solidFill>
                <a:latin typeface="Malgun Gothic"/>
                <a:ea typeface="Malgun Gothic"/>
              </a:rPr>
              <a:t>-</a:t>
            </a:r>
            <a:endParaRPr b="0" lang="en-US" sz="9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198" name="Text 28"/>
          <p:cNvSpPr/>
          <p:nvPr/>
        </p:nvSpPr>
        <p:spPr>
          <a:xfrm>
            <a:off x="5232240" y="2768040"/>
            <a:ext cx="3576240" cy="14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ko-KR" sz="900" spc="-1" strike="noStrike">
                <a:solidFill>
                  <a:srgbClr val="191a19"/>
                </a:solidFill>
                <a:latin typeface="Malgun Gothic"/>
                <a:ea typeface="Malgun Gothic"/>
              </a:rPr>
              <a:t>클라우드 네이티브</a:t>
            </a:r>
            <a:endParaRPr b="0" lang="en-US" sz="9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199" name="Text 29"/>
          <p:cNvSpPr/>
          <p:nvPr/>
        </p:nvSpPr>
        <p:spPr>
          <a:xfrm>
            <a:off x="507960" y="3047400"/>
            <a:ext cx="8127720" cy="406080"/>
          </a:xfrm>
          <a:prstGeom prst="rect">
            <a:avLst/>
          </a:prstGeom>
          <a:solidFill>
            <a:srgbClr val="f4f6f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00" name="Shape 30"/>
          <p:cNvSpPr/>
          <p:nvPr/>
        </p:nvSpPr>
        <p:spPr>
          <a:xfrm>
            <a:off x="507600" y="3448800"/>
            <a:ext cx="8128080" cy="360"/>
          </a:xfrm>
          <a:prstGeom prst="line">
            <a:avLst/>
          </a:prstGeom>
          <a:ln w="9525">
            <a:solidFill>
              <a:srgbClr val="e0e0e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201" name="Text 31"/>
          <p:cNvSpPr/>
          <p:nvPr/>
        </p:nvSpPr>
        <p:spPr>
          <a:xfrm>
            <a:off x="660240" y="3174480"/>
            <a:ext cx="1061280" cy="14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00" spc="-1" strike="noStrike">
                <a:solidFill>
                  <a:srgbClr val="191a19"/>
                </a:solidFill>
                <a:latin typeface="Malgun Gothic"/>
                <a:ea typeface="Malgun Gothic"/>
              </a:rPr>
              <a:t>AI/ML</a:t>
            </a:r>
            <a:endParaRPr b="0" lang="en-US" sz="9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202" name="Text 32"/>
          <p:cNvSpPr/>
          <p:nvPr/>
        </p:nvSpPr>
        <p:spPr>
          <a:xfrm>
            <a:off x="1930320" y="3174480"/>
            <a:ext cx="2179080" cy="14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191a19"/>
                </a:solidFill>
                <a:latin typeface="Malgun Gothic"/>
                <a:ea typeface="Malgun Gothic"/>
              </a:rPr>
              <a:t>Python, TensorFlow</a:t>
            </a:r>
            <a:endParaRPr b="0" lang="en-US" sz="9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203" name="Text 33"/>
          <p:cNvSpPr/>
          <p:nvPr/>
        </p:nvSpPr>
        <p:spPr>
          <a:xfrm>
            <a:off x="4216320" y="3174480"/>
            <a:ext cx="781920" cy="14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191a19"/>
                </a:solidFill>
                <a:latin typeface="Malgun Gothic"/>
                <a:ea typeface="Malgun Gothic"/>
              </a:rPr>
              <a:t>3.11 / 2.15</a:t>
            </a:r>
            <a:endParaRPr b="0" lang="en-US" sz="9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204" name="Text 34"/>
          <p:cNvSpPr/>
          <p:nvPr/>
        </p:nvSpPr>
        <p:spPr>
          <a:xfrm>
            <a:off x="5232240" y="3174480"/>
            <a:ext cx="3576240" cy="14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ko-KR" sz="900" spc="-1" strike="noStrike">
                <a:solidFill>
                  <a:srgbClr val="191a19"/>
                </a:solidFill>
                <a:latin typeface="Malgun Gothic"/>
                <a:ea typeface="Malgun Gothic"/>
              </a:rPr>
              <a:t>수요예측</a:t>
            </a:r>
            <a:r>
              <a:rPr b="0" lang="en-US" sz="900" spc="-1" strike="noStrike">
                <a:solidFill>
                  <a:srgbClr val="191a19"/>
                </a:solidFill>
                <a:latin typeface="Malgun Gothic"/>
                <a:ea typeface="Malgun Gothic"/>
              </a:rPr>
              <a:t>, </a:t>
            </a:r>
            <a:r>
              <a:rPr b="0" lang="ko-KR" sz="900" spc="-1" strike="noStrike">
                <a:solidFill>
                  <a:srgbClr val="191a19"/>
                </a:solidFill>
                <a:latin typeface="Malgun Gothic"/>
                <a:ea typeface="Malgun Gothic"/>
              </a:rPr>
              <a:t>경로최적화</a:t>
            </a:r>
            <a:endParaRPr b="0" lang="en-US" sz="9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205" name="Text 35"/>
          <p:cNvSpPr/>
          <p:nvPr/>
        </p:nvSpPr>
        <p:spPr>
          <a:xfrm>
            <a:off x="507960" y="4035600"/>
            <a:ext cx="8127720" cy="663120"/>
          </a:xfrm>
          <a:prstGeom prst="roundRect">
            <a:avLst>
              <a:gd name="adj" fmla="val 15313"/>
            </a:avLst>
          </a:prstGeom>
          <a:solidFill>
            <a:srgbClr val="f4f6f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06" name="Shape 36"/>
          <p:cNvSpPr/>
          <p:nvPr/>
        </p:nvSpPr>
        <p:spPr>
          <a:xfrm>
            <a:off x="531720" y="4035600"/>
            <a:ext cx="360" cy="663480"/>
          </a:xfrm>
          <a:prstGeom prst="line">
            <a:avLst/>
          </a:prstGeom>
          <a:ln w="47625">
            <a:solidFill>
              <a:srgbClr val="4e9f3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207" name="Text 37"/>
          <p:cNvSpPr/>
          <p:nvPr/>
        </p:nvSpPr>
        <p:spPr>
          <a:xfrm>
            <a:off x="745920" y="4187880"/>
            <a:ext cx="8469000" cy="15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spcAft>
                <a:spcPts val="499"/>
              </a:spcAft>
              <a:tabLst>
                <a:tab algn="l" pos="0"/>
              </a:tabLst>
            </a:pPr>
            <a:r>
              <a:rPr b="1" lang="ko-KR" sz="1000" spc="-1" strike="noStrike">
                <a:solidFill>
                  <a:srgbClr val="1e5128"/>
                </a:solidFill>
                <a:latin typeface="Malgun Gothic"/>
                <a:ea typeface="Malgun Gothic"/>
              </a:rPr>
              <a:t>수행 방법론</a:t>
            </a:r>
            <a:endParaRPr b="0" lang="en-US" sz="10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208" name="Text 38"/>
          <p:cNvSpPr/>
          <p:nvPr/>
        </p:nvSpPr>
        <p:spPr>
          <a:xfrm>
            <a:off x="745920" y="4403880"/>
            <a:ext cx="8469000" cy="14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191a19"/>
                </a:solidFill>
                <a:latin typeface="Malgun Gothic"/>
                <a:ea typeface="Malgun Gothic"/>
              </a:rPr>
              <a:t>Agile-Waterfall </a:t>
            </a:r>
            <a:r>
              <a:rPr b="0" lang="ko-KR" sz="900" spc="-1" strike="noStrike">
                <a:solidFill>
                  <a:srgbClr val="191a19"/>
                </a:solidFill>
                <a:latin typeface="Malgun Gothic"/>
                <a:ea typeface="Malgun Gothic"/>
              </a:rPr>
              <a:t>하이브리드 </a:t>
            </a:r>
            <a:r>
              <a:rPr b="0" lang="en-US" sz="900" spc="-1" strike="noStrike">
                <a:solidFill>
                  <a:srgbClr val="191a19"/>
                </a:solidFill>
                <a:latin typeface="Malgun Gothic"/>
                <a:ea typeface="Malgun Gothic"/>
              </a:rPr>
              <a:t>| </a:t>
            </a:r>
            <a:r>
              <a:rPr b="0" lang="ko-KR" sz="900" spc="-1" strike="noStrike">
                <a:solidFill>
                  <a:srgbClr val="191a19"/>
                </a:solidFill>
                <a:latin typeface="Malgun Gothic"/>
                <a:ea typeface="Malgun Gothic"/>
              </a:rPr>
              <a:t>대규모 </a:t>
            </a:r>
            <a:r>
              <a:rPr b="0" lang="en-US" sz="900" spc="-1" strike="noStrike">
                <a:solidFill>
                  <a:srgbClr val="191a19"/>
                </a:solidFill>
                <a:latin typeface="Malgun Gothic"/>
                <a:ea typeface="Malgun Gothic"/>
              </a:rPr>
              <a:t>SI </a:t>
            </a:r>
            <a:r>
              <a:rPr b="0" lang="ko-KR" sz="900" spc="-1" strike="noStrike">
                <a:solidFill>
                  <a:srgbClr val="191a19"/>
                </a:solidFill>
                <a:latin typeface="Malgun Gothic"/>
                <a:ea typeface="Malgun Gothic"/>
              </a:rPr>
              <a:t>프로젝트 안정성 </a:t>
            </a:r>
            <a:r>
              <a:rPr b="0" lang="en-US" sz="900" spc="-1" strike="noStrike">
                <a:solidFill>
                  <a:srgbClr val="191a19"/>
                </a:solidFill>
                <a:latin typeface="Malgun Gothic"/>
                <a:ea typeface="Malgun Gothic"/>
              </a:rPr>
              <a:t>+ </a:t>
            </a:r>
            <a:r>
              <a:rPr b="0" lang="ko-KR" sz="900" spc="-1" strike="noStrike">
                <a:solidFill>
                  <a:srgbClr val="191a19"/>
                </a:solidFill>
                <a:latin typeface="Malgun Gothic"/>
                <a:ea typeface="Malgun Gothic"/>
              </a:rPr>
              <a:t>애자일 유연성 결합</a:t>
            </a:r>
            <a:endParaRPr b="0" lang="en-US" sz="900" spc="-1" strike="noStrike">
              <a:solidFill>
                <a:srgbClr val="000000"/>
              </a:solidFill>
              <a:latin typeface="Noto Sans CJK KR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e51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Text 0"/>
          <p:cNvSpPr/>
          <p:nvPr/>
        </p:nvSpPr>
        <p:spPr>
          <a:xfrm>
            <a:off x="6604200" y="0"/>
            <a:ext cx="2539440" cy="2539440"/>
          </a:xfrm>
          <a:prstGeom prst="rect">
            <a:avLst/>
          </a:prstGeom>
          <a:solidFill>
            <a:srgbClr val="4e9f3d">
              <a:alpha val="2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10" name="Text 1"/>
          <p:cNvSpPr/>
          <p:nvPr/>
        </p:nvSpPr>
        <p:spPr>
          <a:xfrm>
            <a:off x="762120" y="1778040"/>
            <a:ext cx="1396440" cy="1095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7200" spc="-1" strike="noStrike">
                <a:solidFill>
                  <a:srgbClr val="ffffff"/>
                </a:solidFill>
                <a:latin typeface="Malgun Gothic"/>
                <a:ea typeface="Malgun Gothic"/>
              </a:rPr>
              <a:t>03</a:t>
            </a:r>
            <a:endParaRPr b="0" lang="en-US" sz="7200" spc="-1" strike="noStrike">
              <a:solidFill>
                <a:srgbClr val="ffffff"/>
              </a:solidFill>
              <a:latin typeface="Noto Sans CJK KR"/>
            </a:endParaRPr>
          </a:p>
        </p:txBody>
      </p:sp>
      <p:sp>
        <p:nvSpPr>
          <p:cNvPr id="211" name="Text 2"/>
          <p:cNvSpPr/>
          <p:nvPr/>
        </p:nvSpPr>
        <p:spPr>
          <a:xfrm>
            <a:off x="2286000" y="2031840"/>
            <a:ext cx="6705360" cy="485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ko-KR" sz="3200" spc="-1" strike="noStrike">
                <a:solidFill>
                  <a:srgbClr val="ffffff"/>
                </a:solidFill>
                <a:latin typeface="Malgun Gothic"/>
                <a:ea typeface="Malgun Gothic"/>
              </a:rPr>
              <a:t>프로젝트 조직</a:t>
            </a:r>
            <a:endParaRPr b="0" lang="en-US" sz="3200" spc="-1" strike="noStrike">
              <a:solidFill>
                <a:srgbClr val="ffffff"/>
              </a:solidFill>
              <a:latin typeface="Noto Sans CJK KR"/>
            </a:endParaRPr>
          </a:p>
        </p:txBody>
      </p:sp>
      <p:sp>
        <p:nvSpPr>
          <p:cNvPr id="212" name="Text 3"/>
          <p:cNvSpPr/>
          <p:nvPr/>
        </p:nvSpPr>
        <p:spPr>
          <a:xfrm>
            <a:off x="2286000" y="2666880"/>
            <a:ext cx="6705360" cy="218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rgbClr val="d8e9a8"/>
                </a:solidFill>
                <a:latin typeface="Malgun Gothic"/>
                <a:ea typeface="Malgun Gothic"/>
              </a:rPr>
              <a:t>Project Organization</a:t>
            </a:r>
            <a:endParaRPr b="0" lang="en-US" sz="1400" spc="-1" strike="noStrike">
              <a:solidFill>
                <a:srgbClr val="ffffff"/>
              </a:solidFill>
              <a:latin typeface="Noto Sans CJK KR"/>
            </a:endParaRPr>
          </a:p>
        </p:txBody>
      </p:sp>
      <p:sp>
        <p:nvSpPr>
          <p:cNvPr id="213" name="Text 4"/>
          <p:cNvSpPr/>
          <p:nvPr/>
        </p:nvSpPr>
        <p:spPr>
          <a:xfrm>
            <a:off x="2286000" y="3174840"/>
            <a:ext cx="761760" cy="50400"/>
          </a:xfrm>
          <a:prstGeom prst="rect">
            <a:avLst/>
          </a:prstGeom>
          <a:solidFill>
            <a:srgbClr val="4e9f3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5760" bIns="576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Text 0"/>
          <p:cNvSpPr/>
          <p:nvPr/>
        </p:nvSpPr>
        <p:spPr>
          <a:xfrm>
            <a:off x="507960" y="317520"/>
            <a:ext cx="1550880" cy="33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ko-KR" sz="2200" spc="-1" strike="noStrike">
                <a:solidFill>
                  <a:srgbClr val="1e5128"/>
                </a:solidFill>
                <a:latin typeface="Malgun Gothic"/>
                <a:ea typeface="Malgun Gothic"/>
              </a:rPr>
              <a:t>조직 및 역할</a:t>
            </a:r>
            <a:endParaRPr b="0" lang="en-US" sz="22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215" name="Text 1"/>
          <p:cNvSpPr/>
          <p:nvPr/>
        </p:nvSpPr>
        <p:spPr>
          <a:xfrm>
            <a:off x="507960" y="698400"/>
            <a:ext cx="761760" cy="37800"/>
          </a:xfrm>
          <a:prstGeom prst="rect">
            <a:avLst/>
          </a:prstGeom>
          <a:solidFill>
            <a:srgbClr val="4e9f3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6840" bIns="-684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16" name="Text 2"/>
          <p:cNvSpPr/>
          <p:nvPr/>
        </p:nvSpPr>
        <p:spPr>
          <a:xfrm>
            <a:off x="4044600" y="952560"/>
            <a:ext cx="1054080" cy="577440"/>
          </a:xfrm>
          <a:prstGeom prst="roundRect">
            <a:avLst>
              <a:gd name="adj" fmla="val 13189"/>
            </a:avLst>
          </a:prstGeom>
          <a:solidFill>
            <a:srgbClr val="4e9f3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17" name="Text 3"/>
          <p:cNvSpPr/>
          <p:nvPr/>
        </p:nvSpPr>
        <p:spPr>
          <a:xfrm>
            <a:off x="4201560" y="1079280"/>
            <a:ext cx="740520" cy="123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 defTabSz="914400">
              <a:lnSpc>
                <a:spcPct val="100000"/>
              </a:lnSpc>
              <a:spcAft>
                <a:spcPts val="300"/>
              </a:spcAft>
              <a:tabLst>
                <a:tab algn="l" pos="0"/>
              </a:tabLst>
            </a:pPr>
            <a:r>
              <a:rPr b="0" lang="ko-KR" sz="800" spc="-1" strike="noStrike">
                <a:solidFill>
                  <a:srgbClr val="d8e9a8"/>
                </a:solidFill>
                <a:latin typeface="Malgun Gothic"/>
                <a:ea typeface="Malgun Gothic"/>
              </a:rPr>
              <a:t>발주기관 </a:t>
            </a:r>
            <a:r>
              <a:rPr b="0" lang="en-US" sz="800" spc="-1" strike="noStrike">
                <a:solidFill>
                  <a:srgbClr val="d8e9a8"/>
                </a:solidFill>
                <a:latin typeface="Malgun Gothic"/>
                <a:ea typeface="Malgun Gothic"/>
              </a:rPr>
              <a:t>PM</a:t>
            </a:r>
            <a:endParaRPr b="0" lang="en-US" sz="8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218" name="Text 4"/>
          <p:cNvSpPr/>
          <p:nvPr/>
        </p:nvSpPr>
        <p:spPr>
          <a:xfrm>
            <a:off x="4201560" y="1241280"/>
            <a:ext cx="740520" cy="161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ko-KR" sz="1100" spc="-1" strike="noStrike">
                <a:solidFill>
                  <a:srgbClr val="ffffff"/>
                </a:solidFill>
                <a:latin typeface="Malgun Gothic"/>
                <a:ea typeface="Malgun Gothic"/>
              </a:rPr>
              <a:t>정민호 부장</a:t>
            </a:r>
            <a:endParaRPr b="0" lang="en-US" sz="11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219" name="Text 5"/>
          <p:cNvSpPr/>
          <p:nvPr/>
        </p:nvSpPr>
        <p:spPr>
          <a:xfrm>
            <a:off x="4559040" y="1657080"/>
            <a:ext cx="24840" cy="190080"/>
          </a:xfrm>
          <a:prstGeom prst="rect">
            <a:avLst/>
          </a:prstGeom>
          <a:solidFill>
            <a:srgbClr val="aab7b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20" name="Text 6"/>
          <p:cNvSpPr/>
          <p:nvPr/>
        </p:nvSpPr>
        <p:spPr>
          <a:xfrm>
            <a:off x="3416040" y="1847880"/>
            <a:ext cx="1054080" cy="577440"/>
          </a:xfrm>
          <a:prstGeom prst="roundRect">
            <a:avLst>
              <a:gd name="adj" fmla="val 13189"/>
            </a:avLst>
          </a:prstGeom>
          <a:solidFill>
            <a:srgbClr val="1e512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21" name="Text 7"/>
          <p:cNvSpPr/>
          <p:nvPr/>
        </p:nvSpPr>
        <p:spPr>
          <a:xfrm>
            <a:off x="3572640" y="1974600"/>
            <a:ext cx="740520" cy="123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 defTabSz="914400">
              <a:lnSpc>
                <a:spcPct val="100000"/>
              </a:lnSpc>
              <a:spcAft>
                <a:spcPts val="300"/>
              </a:spcAft>
              <a:tabLst>
                <a:tab algn="l" pos="0"/>
              </a:tabLst>
            </a:pPr>
            <a:r>
              <a:rPr b="0" lang="ko-KR" sz="800" spc="-1" strike="noStrike">
                <a:solidFill>
                  <a:srgbClr val="d8e9a8"/>
                </a:solidFill>
                <a:latin typeface="Malgun Gothic"/>
                <a:ea typeface="Malgun Gothic"/>
              </a:rPr>
              <a:t>수행사 </a:t>
            </a:r>
            <a:r>
              <a:rPr b="0" lang="en-US" sz="800" spc="-1" strike="noStrike">
                <a:solidFill>
                  <a:srgbClr val="d8e9a8"/>
                </a:solidFill>
                <a:latin typeface="Malgun Gothic"/>
                <a:ea typeface="Malgun Gothic"/>
              </a:rPr>
              <a:t>PM</a:t>
            </a:r>
            <a:endParaRPr b="0" lang="en-US" sz="8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222" name="Text 8"/>
          <p:cNvSpPr/>
          <p:nvPr/>
        </p:nvSpPr>
        <p:spPr>
          <a:xfrm>
            <a:off x="3572640" y="2136600"/>
            <a:ext cx="740520" cy="161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ko-KR" sz="1100" spc="-1" strike="noStrike">
                <a:solidFill>
                  <a:srgbClr val="ffffff"/>
                </a:solidFill>
                <a:latin typeface="Malgun Gothic"/>
                <a:ea typeface="Malgun Gothic"/>
              </a:rPr>
              <a:t>김철수 차장</a:t>
            </a:r>
            <a:endParaRPr b="0" lang="en-US" sz="11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223" name="Text 9"/>
          <p:cNvSpPr/>
          <p:nvPr/>
        </p:nvSpPr>
        <p:spPr>
          <a:xfrm>
            <a:off x="4673520" y="1847880"/>
            <a:ext cx="1054080" cy="577440"/>
          </a:xfrm>
          <a:prstGeom prst="roundRect">
            <a:avLst>
              <a:gd name="adj" fmla="val 13189"/>
            </a:avLst>
          </a:prstGeom>
          <a:solidFill>
            <a:srgbClr val="1e512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24" name="Text 10"/>
          <p:cNvSpPr/>
          <p:nvPr/>
        </p:nvSpPr>
        <p:spPr>
          <a:xfrm>
            <a:off x="4830120" y="1974600"/>
            <a:ext cx="740520" cy="123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 defTabSz="914400">
              <a:lnSpc>
                <a:spcPct val="100000"/>
              </a:lnSpc>
              <a:spcAft>
                <a:spcPts val="300"/>
              </a:spcAft>
              <a:tabLst>
                <a:tab algn="l" pos="0"/>
              </a:tabLst>
            </a:pPr>
            <a:r>
              <a:rPr b="0" lang="en-US" sz="800" spc="-1" strike="noStrike">
                <a:solidFill>
                  <a:srgbClr val="d8e9a8"/>
                </a:solidFill>
                <a:latin typeface="Malgun Gothic"/>
                <a:ea typeface="Malgun Gothic"/>
              </a:rPr>
              <a:t>PMO</a:t>
            </a:r>
            <a:endParaRPr b="0" lang="en-US" sz="8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225" name="Text 11"/>
          <p:cNvSpPr/>
          <p:nvPr/>
        </p:nvSpPr>
        <p:spPr>
          <a:xfrm>
            <a:off x="4830120" y="2136600"/>
            <a:ext cx="740520" cy="161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ko-KR" sz="1100" spc="-1" strike="noStrike">
                <a:solidFill>
                  <a:srgbClr val="ffffff"/>
                </a:solidFill>
                <a:latin typeface="Malgun Gothic"/>
                <a:ea typeface="Malgun Gothic"/>
              </a:rPr>
              <a:t>이영희 과장</a:t>
            </a:r>
            <a:endParaRPr b="0" lang="en-US" sz="11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226" name="Text 12"/>
          <p:cNvSpPr/>
          <p:nvPr/>
        </p:nvSpPr>
        <p:spPr>
          <a:xfrm>
            <a:off x="4559040" y="2552400"/>
            <a:ext cx="24840" cy="190080"/>
          </a:xfrm>
          <a:prstGeom prst="rect">
            <a:avLst/>
          </a:prstGeom>
          <a:solidFill>
            <a:srgbClr val="aab7b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27" name="Text 13"/>
          <p:cNvSpPr/>
          <p:nvPr/>
        </p:nvSpPr>
        <p:spPr>
          <a:xfrm>
            <a:off x="2031840" y="2742840"/>
            <a:ext cx="5079600" cy="24840"/>
          </a:xfrm>
          <a:prstGeom prst="rect">
            <a:avLst/>
          </a:prstGeom>
          <a:solidFill>
            <a:srgbClr val="aab7b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19800" bIns="-198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28" name="Text 14"/>
          <p:cNvSpPr/>
          <p:nvPr/>
        </p:nvSpPr>
        <p:spPr>
          <a:xfrm>
            <a:off x="4559040" y="2768040"/>
            <a:ext cx="24840" cy="190080"/>
          </a:xfrm>
          <a:prstGeom prst="rect">
            <a:avLst/>
          </a:prstGeom>
          <a:solidFill>
            <a:srgbClr val="aab7b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29" name="Text 15"/>
          <p:cNvSpPr/>
          <p:nvPr/>
        </p:nvSpPr>
        <p:spPr>
          <a:xfrm>
            <a:off x="2082240" y="2958840"/>
            <a:ext cx="1092240" cy="615600"/>
          </a:xfrm>
          <a:prstGeom prst="roundRect">
            <a:avLst>
              <a:gd name="adj" fmla="val 12373"/>
            </a:avLst>
          </a:prstGeom>
          <a:solidFill>
            <a:srgbClr val="f4f6f6"/>
          </a:solidFill>
          <a:ln w="19050">
            <a:solidFill>
              <a:srgbClr val="1e512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30" name="Text 16"/>
          <p:cNvSpPr/>
          <p:nvPr/>
        </p:nvSpPr>
        <p:spPr>
          <a:xfrm>
            <a:off x="2258280" y="3104640"/>
            <a:ext cx="740520" cy="123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 defTabSz="914400">
              <a:lnSpc>
                <a:spcPct val="100000"/>
              </a:lnSpc>
              <a:spcAft>
                <a:spcPts val="300"/>
              </a:spcAft>
              <a:tabLst>
                <a:tab algn="l" pos="0"/>
              </a:tabLst>
            </a:pPr>
            <a:r>
              <a:rPr b="0" lang="en-US" sz="800" spc="-1" strike="noStrike">
                <a:solidFill>
                  <a:srgbClr val="4e9f3d"/>
                </a:solidFill>
                <a:latin typeface="Malgun Gothic"/>
                <a:ea typeface="Malgun Gothic"/>
              </a:rPr>
              <a:t>AA (</a:t>
            </a:r>
            <a:r>
              <a:rPr b="0" lang="ko-KR" sz="800" spc="-1" strike="noStrike">
                <a:solidFill>
                  <a:srgbClr val="4e9f3d"/>
                </a:solidFill>
                <a:latin typeface="Malgun Gothic"/>
                <a:ea typeface="Malgun Gothic"/>
              </a:rPr>
              <a:t>아키텍트</a:t>
            </a:r>
            <a:r>
              <a:rPr b="0" lang="en-US" sz="800" spc="-1" strike="noStrike">
                <a:solidFill>
                  <a:srgbClr val="4e9f3d"/>
                </a:solidFill>
                <a:latin typeface="Malgun Gothic"/>
                <a:ea typeface="Malgun Gothic"/>
              </a:rPr>
              <a:t>)</a:t>
            </a:r>
            <a:endParaRPr b="0" lang="en-US" sz="8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231" name="Text 17"/>
          <p:cNvSpPr/>
          <p:nvPr/>
        </p:nvSpPr>
        <p:spPr>
          <a:xfrm>
            <a:off x="2258280" y="3266640"/>
            <a:ext cx="740520" cy="161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ko-KR" sz="1100" spc="-1" strike="noStrike">
                <a:solidFill>
                  <a:srgbClr val="1e5128"/>
                </a:solidFill>
                <a:latin typeface="Malgun Gothic"/>
                <a:ea typeface="Malgun Gothic"/>
              </a:rPr>
              <a:t>박준형 책임</a:t>
            </a:r>
            <a:endParaRPr b="0" lang="en-US" sz="11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232" name="Text 18"/>
          <p:cNvSpPr/>
          <p:nvPr/>
        </p:nvSpPr>
        <p:spPr>
          <a:xfrm>
            <a:off x="3377880" y="2958840"/>
            <a:ext cx="1092240" cy="615600"/>
          </a:xfrm>
          <a:prstGeom prst="roundRect">
            <a:avLst>
              <a:gd name="adj" fmla="val 12373"/>
            </a:avLst>
          </a:prstGeom>
          <a:solidFill>
            <a:srgbClr val="f4f6f6"/>
          </a:solidFill>
          <a:ln w="19050">
            <a:solidFill>
              <a:srgbClr val="1e512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33" name="Text 19"/>
          <p:cNvSpPr/>
          <p:nvPr/>
        </p:nvSpPr>
        <p:spPr>
          <a:xfrm>
            <a:off x="3553560" y="3104640"/>
            <a:ext cx="740520" cy="123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 defTabSz="914400">
              <a:lnSpc>
                <a:spcPct val="100000"/>
              </a:lnSpc>
              <a:spcAft>
                <a:spcPts val="300"/>
              </a:spcAft>
              <a:tabLst>
                <a:tab algn="l" pos="0"/>
              </a:tabLst>
            </a:pPr>
            <a:r>
              <a:rPr b="0" lang="ko-KR" sz="800" spc="-1" strike="noStrike">
                <a:solidFill>
                  <a:srgbClr val="4e9f3d"/>
                </a:solidFill>
                <a:latin typeface="Malgun Gothic"/>
                <a:ea typeface="Malgun Gothic"/>
              </a:rPr>
              <a:t>개발 리더</a:t>
            </a:r>
            <a:endParaRPr b="0" lang="en-US" sz="8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234" name="Text 20"/>
          <p:cNvSpPr/>
          <p:nvPr/>
        </p:nvSpPr>
        <p:spPr>
          <a:xfrm>
            <a:off x="3553560" y="3266640"/>
            <a:ext cx="740520" cy="161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ko-KR" sz="1100" spc="-1" strike="noStrike">
                <a:solidFill>
                  <a:srgbClr val="1e5128"/>
                </a:solidFill>
                <a:latin typeface="Malgun Gothic"/>
                <a:ea typeface="Malgun Gothic"/>
              </a:rPr>
              <a:t>최수진 선임</a:t>
            </a:r>
            <a:endParaRPr b="0" lang="en-US" sz="11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235" name="Text 21"/>
          <p:cNvSpPr/>
          <p:nvPr/>
        </p:nvSpPr>
        <p:spPr>
          <a:xfrm>
            <a:off x="4673520" y="2958840"/>
            <a:ext cx="1092240" cy="615600"/>
          </a:xfrm>
          <a:prstGeom prst="roundRect">
            <a:avLst>
              <a:gd name="adj" fmla="val 12373"/>
            </a:avLst>
          </a:prstGeom>
          <a:solidFill>
            <a:srgbClr val="f4f6f6"/>
          </a:solidFill>
          <a:ln w="19050">
            <a:solidFill>
              <a:srgbClr val="1e512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36" name="Text 22"/>
          <p:cNvSpPr/>
          <p:nvPr/>
        </p:nvSpPr>
        <p:spPr>
          <a:xfrm>
            <a:off x="4849200" y="3104640"/>
            <a:ext cx="740520" cy="123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 defTabSz="914400">
              <a:lnSpc>
                <a:spcPct val="100000"/>
              </a:lnSpc>
              <a:spcAft>
                <a:spcPts val="300"/>
              </a:spcAft>
              <a:tabLst>
                <a:tab algn="l" pos="0"/>
              </a:tabLst>
            </a:pPr>
            <a:r>
              <a:rPr b="0" lang="en-US" sz="800" spc="-1" strike="noStrike">
                <a:solidFill>
                  <a:srgbClr val="4e9f3d"/>
                </a:solidFill>
                <a:latin typeface="Malgun Gothic"/>
                <a:ea typeface="Malgun Gothic"/>
              </a:rPr>
              <a:t>QA </a:t>
            </a:r>
            <a:r>
              <a:rPr b="0" lang="ko-KR" sz="800" spc="-1" strike="noStrike">
                <a:solidFill>
                  <a:srgbClr val="4e9f3d"/>
                </a:solidFill>
                <a:latin typeface="Malgun Gothic"/>
                <a:ea typeface="Malgun Gothic"/>
              </a:rPr>
              <a:t>담당</a:t>
            </a:r>
            <a:endParaRPr b="0" lang="en-US" sz="8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237" name="Text 23"/>
          <p:cNvSpPr/>
          <p:nvPr/>
        </p:nvSpPr>
        <p:spPr>
          <a:xfrm>
            <a:off x="4849200" y="3266640"/>
            <a:ext cx="740520" cy="161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ko-KR" sz="1100" spc="-1" strike="noStrike">
                <a:solidFill>
                  <a:srgbClr val="1e5128"/>
                </a:solidFill>
                <a:latin typeface="Malgun Gothic"/>
                <a:ea typeface="Malgun Gothic"/>
              </a:rPr>
              <a:t>한미영 대리</a:t>
            </a:r>
            <a:endParaRPr b="0" lang="en-US" sz="11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238" name="Text 24"/>
          <p:cNvSpPr/>
          <p:nvPr/>
        </p:nvSpPr>
        <p:spPr>
          <a:xfrm>
            <a:off x="5968800" y="2958840"/>
            <a:ext cx="1092240" cy="615600"/>
          </a:xfrm>
          <a:prstGeom prst="roundRect">
            <a:avLst>
              <a:gd name="adj" fmla="val 12373"/>
            </a:avLst>
          </a:prstGeom>
          <a:solidFill>
            <a:srgbClr val="f4f6f6"/>
          </a:solidFill>
          <a:ln w="19050">
            <a:solidFill>
              <a:srgbClr val="1e512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39" name="Text 25"/>
          <p:cNvSpPr/>
          <p:nvPr/>
        </p:nvSpPr>
        <p:spPr>
          <a:xfrm>
            <a:off x="6144840" y="3104640"/>
            <a:ext cx="740520" cy="123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 defTabSz="914400">
              <a:lnSpc>
                <a:spcPct val="100000"/>
              </a:lnSpc>
              <a:spcAft>
                <a:spcPts val="300"/>
              </a:spcAft>
              <a:tabLst>
                <a:tab algn="l" pos="0"/>
              </a:tabLst>
            </a:pPr>
            <a:r>
              <a:rPr b="0" lang="en-US" sz="800" spc="-1" strike="noStrike">
                <a:solidFill>
                  <a:srgbClr val="4e9f3d"/>
                </a:solidFill>
                <a:latin typeface="Malgun Gothic"/>
                <a:ea typeface="Malgun Gothic"/>
              </a:rPr>
              <a:t>DBA</a:t>
            </a:r>
            <a:endParaRPr b="0" lang="en-US" sz="8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240" name="Text 26"/>
          <p:cNvSpPr/>
          <p:nvPr/>
        </p:nvSpPr>
        <p:spPr>
          <a:xfrm>
            <a:off x="6144840" y="3266640"/>
            <a:ext cx="740520" cy="161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ko-KR" sz="1100" spc="-1" strike="noStrike">
                <a:solidFill>
                  <a:srgbClr val="1e5128"/>
                </a:solidFill>
                <a:latin typeface="Malgun Gothic"/>
                <a:ea typeface="Malgun Gothic"/>
              </a:rPr>
              <a:t>오현우 대리</a:t>
            </a:r>
            <a:endParaRPr b="0" lang="en-US" sz="11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241" name="Text 27"/>
          <p:cNvSpPr/>
          <p:nvPr/>
        </p:nvSpPr>
        <p:spPr>
          <a:xfrm>
            <a:off x="507960" y="4010040"/>
            <a:ext cx="8127720" cy="752040"/>
          </a:xfrm>
          <a:prstGeom prst="roundRect">
            <a:avLst>
              <a:gd name="adj" fmla="val 13502"/>
            </a:avLst>
          </a:prstGeom>
          <a:solidFill>
            <a:srgbClr val="f4f6f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42" name="Text 28"/>
          <p:cNvSpPr/>
          <p:nvPr/>
        </p:nvSpPr>
        <p:spPr>
          <a:xfrm>
            <a:off x="1668240" y="4162320"/>
            <a:ext cx="719640" cy="30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000" spc="-1" strike="noStrike">
                <a:solidFill>
                  <a:srgbClr val="1e5128"/>
                </a:solidFill>
                <a:latin typeface="Malgun Gothic"/>
                <a:ea typeface="Malgun Gothic"/>
              </a:rPr>
              <a:t>8</a:t>
            </a:r>
            <a:endParaRPr b="0" lang="en-US" sz="20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243" name="Text 29"/>
          <p:cNvSpPr/>
          <p:nvPr/>
        </p:nvSpPr>
        <p:spPr>
          <a:xfrm>
            <a:off x="1668240" y="4467240"/>
            <a:ext cx="719640" cy="14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ko-KR" sz="900" spc="-1" strike="noStrike">
                <a:solidFill>
                  <a:srgbClr val="aab7b8"/>
                </a:solidFill>
                <a:latin typeface="Malgun Gothic"/>
                <a:ea typeface="Malgun Gothic"/>
              </a:rPr>
              <a:t>투입 인력 </a:t>
            </a:r>
            <a:r>
              <a:rPr b="0" lang="en-US" sz="900" spc="-1" strike="noStrike">
                <a:solidFill>
                  <a:srgbClr val="aab7b8"/>
                </a:solidFill>
                <a:latin typeface="Malgun Gothic"/>
                <a:ea typeface="Malgun Gothic"/>
              </a:rPr>
              <a:t>(</a:t>
            </a:r>
            <a:r>
              <a:rPr b="0" lang="ko-KR" sz="900" spc="-1" strike="noStrike">
                <a:solidFill>
                  <a:srgbClr val="aab7b8"/>
                </a:solidFill>
                <a:latin typeface="Malgun Gothic"/>
                <a:ea typeface="Malgun Gothic"/>
              </a:rPr>
              <a:t>명</a:t>
            </a:r>
            <a:r>
              <a:rPr b="0" lang="en-US" sz="900" spc="-1" strike="noStrike">
                <a:solidFill>
                  <a:srgbClr val="aab7b8"/>
                </a:solidFill>
                <a:latin typeface="Malgun Gothic"/>
                <a:ea typeface="Malgun Gothic"/>
              </a:rPr>
              <a:t>)</a:t>
            </a:r>
            <a:endParaRPr b="0" lang="en-US" sz="9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244" name="Text 30"/>
          <p:cNvSpPr/>
          <p:nvPr/>
        </p:nvSpPr>
        <p:spPr>
          <a:xfrm>
            <a:off x="4215600" y="4162320"/>
            <a:ext cx="397080" cy="30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000" spc="-1" strike="noStrike">
                <a:solidFill>
                  <a:srgbClr val="1e5128"/>
                </a:solidFill>
                <a:latin typeface="Malgun Gothic"/>
                <a:ea typeface="Malgun Gothic"/>
              </a:rPr>
              <a:t>78</a:t>
            </a:r>
            <a:endParaRPr b="0" lang="en-US" sz="20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245" name="Text 31"/>
          <p:cNvSpPr/>
          <p:nvPr/>
        </p:nvSpPr>
        <p:spPr>
          <a:xfrm>
            <a:off x="4215600" y="4467240"/>
            <a:ext cx="397080" cy="14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ko-KR" sz="900" spc="-1" strike="noStrike">
                <a:solidFill>
                  <a:srgbClr val="aab7b8"/>
                </a:solidFill>
                <a:latin typeface="Malgun Gothic"/>
                <a:ea typeface="Malgun Gothic"/>
              </a:rPr>
              <a:t>총 </a:t>
            </a:r>
            <a:r>
              <a:rPr b="0" lang="en-US" sz="900" spc="-1" strike="noStrike">
                <a:solidFill>
                  <a:srgbClr val="aab7b8"/>
                </a:solidFill>
                <a:latin typeface="Malgun Gothic"/>
                <a:ea typeface="Malgun Gothic"/>
              </a:rPr>
              <a:t>M/M</a:t>
            </a:r>
            <a:endParaRPr b="0" lang="en-US" sz="9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246" name="Text 32"/>
          <p:cNvSpPr/>
          <p:nvPr/>
        </p:nvSpPr>
        <p:spPr>
          <a:xfrm>
            <a:off x="6424560" y="4162320"/>
            <a:ext cx="1066320" cy="30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000" spc="-1" strike="noStrike">
                <a:solidFill>
                  <a:srgbClr val="1e5128"/>
                </a:solidFill>
                <a:latin typeface="Malgun Gothic"/>
                <a:ea typeface="Malgun Gothic"/>
              </a:rPr>
              <a:t>12</a:t>
            </a:r>
            <a:endParaRPr b="0" lang="en-US" sz="20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247" name="Text 33"/>
          <p:cNvSpPr/>
          <p:nvPr/>
        </p:nvSpPr>
        <p:spPr>
          <a:xfrm>
            <a:off x="6424560" y="4467240"/>
            <a:ext cx="1066320" cy="14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ko-KR" sz="900" spc="-1" strike="noStrike">
                <a:solidFill>
                  <a:srgbClr val="aab7b8"/>
                </a:solidFill>
                <a:latin typeface="Malgun Gothic"/>
                <a:ea typeface="Malgun Gothic"/>
              </a:rPr>
              <a:t>프로젝트 기간 </a:t>
            </a:r>
            <a:r>
              <a:rPr b="0" lang="en-US" sz="900" spc="-1" strike="noStrike">
                <a:solidFill>
                  <a:srgbClr val="aab7b8"/>
                </a:solidFill>
                <a:latin typeface="Malgun Gothic"/>
                <a:ea typeface="Malgun Gothic"/>
              </a:rPr>
              <a:t>(</a:t>
            </a:r>
            <a:r>
              <a:rPr b="0" lang="ko-KR" sz="900" spc="-1" strike="noStrike">
                <a:solidFill>
                  <a:srgbClr val="aab7b8"/>
                </a:solidFill>
                <a:latin typeface="Malgun Gothic"/>
                <a:ea typeface="Malgun Gothic"/>
              </a:rPr>
              <a:t>개월</a:t>
            </a:r>
            <a:r>
              <a:rPr b="0" lang="en-US" sz="900" spc="-1" strike="noStrike">
                <a:solidFill>
                  <a:srgbClr val="aab7b8"/>
                </a:solidFill>
                <a:latin typeface="Malgun Gothic"/>
                <a:ea typeface="Malgun Gothic"/>
              </a:rPr>
              <a:t>)</a:t>
            </a:r>
            <a:endParaRPr b="0" lang="en-US" sz="900" spc="-1" strike="noStrike">
              <a:solidFill>
                <a:srgbClr val="000000"/>
              </a:solidFill>
              <a:latin typeface="Noto Sans CJK KR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e51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Text 0"/>
          <p:cNvSpPr/>
          <p:nvPr/>
        </p:nvSpPr>
        <p:spPr>
          <a:xfrm>
            <a:off x="6604200" y="0"/>
            <a:ext cx="2539440" cy="2539440"/>
          </a:xfrm>
          <a:prstGeom prst="rect">
            <a:avLst/>
          </a:prstGeom>
          <a:solidFill>
            <a:srgbClr val="4e9f3d">
              <a:alpha val="2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49" name="Text 1"/>
          <p:cNvSpPr/>
          <p:nvPr/>
        </p:nvSpPr>
        <p:spPr>
          <a:xfrm>
            <a:off x="762120" y="1778040"/>
            <a:ext cx="1396440" cy="1095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7200" spc="-1" strike="noStrike">
                <a:solidFill>
                  <a:srgbClr val="ffffff"/>
                </a:solidFill>
                <a:latin typeface="Malgun Gothic"/>
                <a:ea typeface="Malgun Gothic"/>
              </a:rPr>
              <a:t>04</a:t>
            </a:r>
            <a:endParaRPr b="0" lang="en-US" sz="7200" spc="-1" strike="noStrike">
              <a:solidFill>
                <a:srgbClr val="ffffff"/>
              </a:solidFill>
              <a:latin typeface="Noto Sans CJK KR"/>
            </a:endParaRPr>
          </a:p>
        </p:txBody>
      </p:sp>
      <p:sp>
        <p:nvSpPr>
          <p:cNvPr id="250" name="Text 2"/>
          <p:cNvSpPr/>
          <p:nvPr/>
        </p:nvSpPr>
        <p:spPr>
          <a:xfrm>
            <a:off x="2286000" y="2031840"/>
            <a:ext cx="6705360" cy="485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ko-KR" sz="3200" spc="-1" strike="noStrike">
                <a:solidFill>
                  <a:srgbClr val="ffffff"/>
                </a:solidFill>
                <a:latin typeface="Malgun Gothic"/>
                <a:ea typeface="Malgun Gothic"/>
              </a:rPr>
              <a:t>프로젝트 일정</a:t>
            </a:r>
            <a:endParaRPr b="0" lang="en-US" sz="3200" spc="-1" strike="noStrike">
              <a:solidFill>
                <a:srgbClr val="ffffff"/>
              </a:solidFill>
              <a:latin typeface="Noto Sans CJK KR"/>
            </a:endParaRPr>
          </a:p>
        </p:txBody>
      </p:sp>
      <p:sp>
        <p:nvSpPr>
          <p:cNvPr id="251" name="Text 3"/>
          <p:cNvSpPr/>
          <p:nvPr/>
        </p:nvSpPr>
        <p:spPr>
          <a:xfrm>
            <a:off x="2286000" y="2666880"/>
            <a:ext cx="6705360" cy="218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rgbClr val="d8e9a8"/>
                </a:solidFill>
                <a:latin typeface="Malgun Gothic"/>
                <a:ea typeface="Malgun Gothic"/>
              </a:rPr>
              <a:t>Project Schedule</a:t>
            </a:r>
            <a:endParaRPr b="0" lang="en-US" sz="1400" spc="-1" strike="noStrike">
              <a:solidFill>
                <a:srgbClr val="ffffff"/>
              </a:solidFill>
              <a:latin typeface="Noto Sans CJK KR"/>
            </a:endParaRPr>
          </a:p>
        </p:txBody>
      </p:sp>
      <p:sp>
        <p:nvSpPr>
          <p:cNvPr id="252" name="Text 4"/>
          <p:cNvSpPr/>
          <p:nvPr/>
        </p:nvSpPr>
        <p:spPr>
          <a:xfrm>
            <a:off x="2286000" y="3174840"/>
            <a:ext cx="761760" cy="50400"/>
          </a:xfrm>
          <a:prstGeom prst="rect">
            <a:avLst/>
          </a:prstGeom>
          <a:solidFill>
            <a:srgbClr val="4e9f3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5760" bIns="576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Text 0"/>
          <p:cNvSpPr/>
          <p:nvPr/>
        </p:nvSpPr>
        <p:spPr>
          <a:xfrm>
            <a:off x="507960" y="317520"/>
            <a:ext cx="3033360" cy="33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ko-KR" sz="2200" spc="-1" strike="noStrike">
                <a:solidFill>
                  <a:srgbClr val="1e5128"/>
                </a:solidFill>
                <a:latin typeface="Malgun Gothic"/>
                <a:ea typeface="Malgun Gothic"/>
              </a:rPr>
              <a:t>마스터 일정 및 마일스톤</a:t>
            </a:r>
            <a:endParaRPr b="0" lang="en-US" sz="22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254" name="Text 1"/>
          <p:cNvSpPr/>
          <p:nvPr/>
        </p:nvSpPr>
        <p:spPr>
          <a:xfrm>
            <a:off x="507960" y="698400"/>
            <a:ext cx="761760" cy="37800"/>
          </a:xfrm>
          <a:prstGeom prst="rect">
            <a:avLst/>
          </a:prstGeom>
          <a:solidFill>
            <a:srgbClr val="4e9f3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6840" bIns="-684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55" name="Text 2"/>
          <p:cNvSpPr/>
          <p:nvPr/>
        </p:nvSpPr>
        <p:spPr>
          <a:xfrm>
            <a:off x="507960" y="1650960"/>
            <a:ext cx="8127720" cy="50400"/>
          </a:xfrm>
          <a:prstGeom prst="roundRect">
            <a:avLst>
              <a:gd name="adj" fmla="val 50049"/>
            </a:avLst>
          </a:prstGeom>
          <a:solidFill>
            <a:srgbClr val="1e512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9000" bIns="-9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56" name="Text 3"/>
          <p:cNvSpPr/>
          <p:nvPr/>
        </p:nvSpPr>
        <p:spPr>
          <a:xfrm>
            <a:off x="1083600" y="1562040"/>
            <a:ext cx="202680" cy="202680"/>
          </a:xfrm>
          <a:prstGeom prst="roundRect">
            <a:avLst>
              <a:gd name="adj" fmla="val 50012"/>
            </a:avLst>
          </a:prstGeom>
          <a:solidFill>
            <a:srgbClr val="1e5128"/>
          </a:solidFill>
          <a:ln w="38100">
            <a:solidFill>
              <a:srgbClr val="ffffff"/>
            </a:solidFill>
            <a:round/>
          </a:ln>
          <a:effectLst>
            <a:outerShdw algn="bl" blurRad="101520" dir="16200000" dist="50760" kx="0" ky="0" rotWithShape="0" sx="100000" sy="100000">
              <a:srgbClr val="1e5128">
                <a:alpha val="7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57" name="Text 4"/>
          <p:cNvSpPr/>
          <p:nvPr/>
        </p:nvSpPr>
        <p:spPr>
          <a:xfrm>
            <a:off x="510120" y="1892160"/>
            <a:ext cx="1350360" cy="161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 defTabSz="914400">
              <a:lnSpc>
                <a:spcPct val="100000"/>
              </a:lnSpc>
              <a:spcAft>
                <a:spcPts val="499"/>
              </a:spcAft>
              <a:tabLst>
                <a:tab algn="l" pos="0"/>
              </a:tabLst>
            </a:pPr>
            <a:r>
              <a:rPr b="1" lang="ko-KR" sz="1100" spc="-1" strike="noStrike">
                <a:solidFill>
                  <a:srgbClr val="1e5128"/>
                </a:solidFill>
                <a:latin typeface="Malgun Gothic"/>
                <a:ea typeface="Malgun Gothic"/>
              </a:rPr>
              <a:t>착수</a:t>
            </a:r>
            <a:endParaRPr b="0" lang="en-US" sz="11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258" name="Text 5"/>
          <p:cNvSpPr/>
          <p:nvPr/>
        </p:nvSpPr>
        <p:spPr>
          <a:xfrm>
            <a:off x="510120" y="2117520"/>
            <a:ext cx="1350360" cy="123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 defTabSz="914400">
              <a:lnSpc>
                <a:spcPct val="100000"/>
              </a:lnSpc>
              <a:spcAft>
                <a:spcPts val="499"/>
              </a:spcAft>
              <a:tabLst>
                <a:tab algn="l" pos="0"/>
              </a:tabLst>
            </a:pPr>
            <a:r>
              <a:rPr b="0" lang="en-US" sz="800" spc="-1" strike="noStrike">
                <a:solidFill>
                  <a:srgbClr val="aab7b8"/>
                </a:solidFill>
                <a:latin typeface="Malgun Gothic"/>
                <a:ea typeface="Malgun Gothic"/>
              </a:rPr>
              <a:t>2025.01</a:t>
            </a:r>
            <a:endParaRPr b="0" lang="en-US" sz="8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259" name="Text 6"/>
          <p:cNvSpPr/>
          <p:nvPr/>
        </p:nvSpPr>
        <p:spPr>
          <a:xfrm>
            <a:off x="510120" y="2304720"/>
            <a:ext cx="1350360" cy="123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00" spc="-1" strike="noStrike">
                <a:solidFill>
                  <a:srgbClr val="1e5128"/>
                </a:solidFill>
                <a:latin typeface="Malgun Gothic"/>
                <a:ea typeface="Malgun Gothic"/>
              </a:rPr>
              <a:t>4</a:t>
            </a:r>
            <a:r>
              <a:rPr b="0" lang="ko-KR" sz="800" spc="-1" strike="noStrike">
                <a:solidFill>
                  <a:srgbClr val="1e5128"/>
                </a:solidFill>
                <a:latin typeface="Malgun Gothic"/>
                <a:ea typeface="Malgun Gothic"/>
              </a:rPr>
              <a:t>주</a:t>
            </a:r>
            <a:endParaRPr b="0" lang="en-US" sz="8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260" name="Text 7"/>
          <p:cNvSpPr/>
          <p:nvPr/>
        </p:nvSpPr>
        <p:spPr>
          <a:xfrm>
            <a:off x="571320" y="2530080"/>
            <a:ext cx="1227600" cy="629640"/>
          </a:xfrm>
          <a:prstGeom prst="roundRect">
            <a:avLst>
              <a:gd name="adj" fmla="val 10082"/>
            </a:avLst>
          </a:prstGeom>
          <a:solidFill>
            <a:srgbClr val="f4f6f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61" name="Text 8"/>
          <p:cNvSpPr/>
          <p:nvPr/>
        </p:nvSpPr>
        <p:spPr>
          <a:xfrm>
            <a:off x="672840" y="2631600"/>
            <a:ext cx="1126800" cy="141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ts val="1120"/>
              </a:lnSpc>
              <a:tabLst>
                <a:tab algn="l" pos="0"/>
              </a:tabLst>
            </a:pPr>
            <a:r>
              <a:rPr b="0" lang="ko-KR" sz="800" spc="-1" strike="noStrike">
                <a:solidFill>
                  <a:srgbClr val="191a19"/>
                </a:solidFill>
                <a:latin typeface="Malgun Gothic"/>
                <a:ea typeface="Malgun Gothic"/>
              </a:rPr>
              <a:t>킥오프</a:t>
            </a:r>
            <a:endParaRPr b="0" lang="en-US" sz="8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262" name="Text 9"/>
          <p:cNvSpPr/>
          <p:nvPr/>
        </p:nvSpPr>
        <p:spPr>
          <a:xfrm>
            <a:off x="672840" y="2773800"/>
            <a:ext cx="1126800" cy="141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ts val="1120"/>
              </a:lnSpc>
              <a:tabLst>
                <a:tab algn="l" pos="0"/>
              </a:tabLst>
            </a:pPr>
            <a:r>
              <a:rPr b="0" lang="ko-KR" sz="800" spc="-1" strike="noStrike">
                <a:solidFill>
                  <a:srgbClr val="191a19"/>
                </a:solidFill>
                <a:latin typeface="Malgun Gothic"/>
                <a:ea typeface="Malgun Gothic"/>
              </a:rPr>
              <a:t>환경구축</a:t>
            </a:r>
            <a:endParaRPr b="0" lang="en-US" sz="8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263" name="Text 10"/>
          <p:cNvSpPr/>
          <p:nvPr/>
        </p:nvSpPr>
        <p:spPr>
          <a:xfrm>
            <a:off x="672840" y="2916000"/>
            <a:ext cx="1126800" cy="141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ts val="1120"/>
              </a:lnSpc>
              <a:tabLst>
                <a:tab algn="l" pos="0"/>
              </a:tabLst>
            </a:pPr>
            <a:r>
              <a:rPr b="0" lang="ko-KR" sz="800" spc="-1" strike="noStrike">
                <a:solidFill>
                  <a:srgbClr val="191a19"/>
                </a:solidFill>
                <a:latin typeface="Malgun Gothic"/>
                <a:ea typeface="Malgun Gothic"/>
              </a:rPr>
              <a:t>표준정의</a:t>
            </a:r>
            <a:endParaRPr b="0" lang="en-US" sz="8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264" name="Text 11"/>
          <p:cNvSpPr/>
          <p:nvPr/>
        </p:nvSpPr>
        <p:spPr>
          <a:xfrm>
            <a:off x="2438280" y="1562040"/>
            <a:ext cx="202680" cy="202680"/>
          </a:xfrm>
          <a:prstGeom prst="roundRect">
            <a:avLst>
              <a:gd name="adj" fmla="val 50012"/>
            </a:avLst>
          </a:prstGeom>
          <a:solidFill>
            <a:srgbClr val="1e5128"/>
          </a:solidFill>
          <a:ln w="38100">
            <a:solidFill>
              <a:srgbClr val="ffffff"/>
            </a:solidFill>
            <a:round/>
          </a:ln>
          <a:effectLst>
            <a:outerShdw algn="bl" blurRad="101520" dir="16200000" dist="50760" kx="0" ky="0" rotWithShape="0" sx="100000" sy="100000">
              <a:srgbClr val="1e5128">
                <a:alpha val="7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65" name="Text 12"/>
          <p:cNvSpPr/>
          <p:nvPr/>
        </p:nvSpPr>
        <p:spPr>
          <a:xfrm>
            <a:off x="1864440" y="1892160"/>
            <a:ext cx="1350360" cy="161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 defTabSz="914400">
              <a:lnSpc>
                <a:spcPct val="100000"/>
              </a:lnSpc>
              <a:spcAft>
                <a:spcPts val="499"/>
              </a:spcAft>
              <a:tabLst>
                <a:tab algn="l" pos="0"/>
              </a:tabLst>
            </a:pPr>
            <a:r>
              <a:rPr b="1" lang="ko-KR" sz="1100" spc="-1" strike="noStrike">
                <a:solidFill>
                  <a:srgbClr val="1e5128"/>
                </a:solidFill>
                <a:latin typeface="Malgun Gothic"/>
                <a:ea typeface="Malgun Gothic"/>
              </a:rPr>
              <a:t>분석</a:t>
            </a:r>
            <a:endParaRPr b="0" lang="en-US" sz="11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266" name="Text 13"/>
          <p:cNvSpPr/>
          <p:nvPr/>
        </p:nvSpPr>
        <p:spPr>
          <a:xfrm>
            <a:off x="1864440" y="2117520"/>
            <a:ext cx="1350360" cy="123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 defTabSz="914400">
              <a:lnSpc>
                <a:spcPct val="100000"/>
              </a:lnSpc>
              <a:spcAft>
                <a:spcPts val="499"/>
              </a:spcAft>
              <a:tabLst>
                <a:tab algn="l" pos="0"/>
              </a:tabLst>
            </a:pPr>
            <a:r>
              <a:rPr b="0" lang="en-US" sz="800" spc="-1" strike="noStrike">
                <a:solidFill>
                  <a:srgbClr val="aab7b8"/>
                </a:solidFill>
                <a:latin typeface="Malgun Gothic"/>
                <a:ea typeface="Malgun Gothic"/>
              </a:rPr>
              <a:t>2025.02-03</a:t>
            </a:r>
            <a:endParaRPr b="0" lang="en-US" sz="8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267" name="Text 14"/>
          <p:cNvSpPr/>
          <p:nvPr/>
        </p:nvSpPr>
        <p:spPr>
          <a:xfrm>
            <a:off x="1864440" y="2304720"/>
            <a:ext cx="1350360" cy="123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00" spc="-1" strike="noStrike">
                <a:solidFill>
                  <a:srgbClr val="1e5128"/>
                </a:solidFill>
                <a:latin typeface="Malgun Gothic"/>
                <a:ea typeface="Malgun Gothic"/>
              </a:rPr>
              <a:t>8</a:t>
            </a:r>
            <a:r>
              <a:rPr b="0" lang="ko-KR" sz="800" spc="-1" strike="noStrike">
                <a:solidFill>
                  <a:srgbClr val="1e5128"/>
                </a:solidFill>
                <a:latin typeface="Malgun Gothic"/>
                <a:ea typeface="Malgun Gothic"/>
              </a:rPr>
              <a:t>주</a:t>
            </a:r>
            <a:endParaRPr b="0" lang="en-US" sz="8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268" name="Text 15"/>
          <p:cNvSpPr/>
          <p:nvPr/>
        </p:nvSpPr>
        <p:spPr>
          <a:xfrm>
            <a:off x="1926000" y="2530080"/>
            <a:ext cx="1227600" cy="487080"/>
          </a:xfrm>
          <a:prstGeom prst="roundRect">
            <a:avLst>
              <a:gd name="adj" fmla="val 13024"/>
            </a:avLst>
          </a:prstGeom>
          <a:solidFill>
            <a:srgbClr val="f4f6f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69" name="Text 16"/>
          <p:cNvSpPr/>
          <p:nvPr/>
        </p:nvSpPr>
        <p:spPr>
          <a:xfrm>
            <a:off x="2027520" y="2631600"/>
            <a:ext cx="1126800" cy="141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ts val="1120"/>
              </a:lnSpc>
              <a:tabLst>
                <a:tab algn="l" pos="0"/>
              </a:tabLst>
            </a:pPr>
            <a:r>
              <a:rPr b="0" lang="ko-KR" sz="800" spc="-1" strike="noStrike">
                <a:solidFill>
                  <a:srgbClr val="191a19"/>
                </a:solidFill>
                <a:latin typeface="Malgun Gothic"/>
                <a:ea typeface="Malgun Gothic"/>
              </a:rPr>
              <a:t>요구사항 확정</a:t>
            </a:r>
            <a:endParaRPr b="0" lang="en-US" sz="8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270" name="Text 17"/>
          <p:cNvSpPr/>
          <p:nvPr/>
        </p:nvSpPr>
        <p:spPr>
          <a:xfrm>
            <a:off x="2027520" y="2773800"/>
            <a:ext cx="1126800" cy="141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ts val="1120"/>
              </a:lnSpc>
              <a:tabLst>
                <a:tab algn="l" pos="0"/>
              </a:tabLst>
            </a:pPr>
            <a:r>
              <a:rPr b="0" lang="ko-KR" sz="800" spc="-1" strike="noStrike">
                <a:solidFill>
                  <a:srgbClr val="191a19"/>
                </a:solidFill>
                <a:latin typeface="Malgun Gothic"/>
                <a:ea typeface="Malgun Gothic"/>
              </a:rPr>
              <a:t>현행 분석</a:t>
            </a:r>
            <a:endParaRPr b="0" lang="en-US" sz="8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271" name="Text 18"/>
          <p:cNvSpPr/>
          <p:nvPr/>
        </p:nvSpPr>
        <p:spPr>
          <a:xfrm>
            <a:off x="3792960" y="1562040"/>
            <a:ext cx="202680" cy="202680"/>
          </a:xfrm>
          <a:prstGeom prst="roundRect">
            <a:avLst>
              <a:gd name="adj" fmla="val 50012"/>
            </a:avLst>
          </a:prstGeom>
          <a:solidFill>
            <a:srgbClr val="1e5128"/>
          </a:solidFill>
          <a:ln w="38100">
            <a:solidFill>
              <a:srgbClr val="ffffff"/>
            </a:solidFill>
            <a:round/>
          </a:ln>
          <a:effectLst>
            <a:outerShdw algn="bl" blurRad="101520" dir="16200000" dist="50760" kx="0" ky="0" rotWithShape="0" sx="100000" sy="100000">
              <a:srgbClr val="1e5128">
                <a:alpha val="7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72" name="Text 19"/>
          <p:cNvSpPr/>
          <p:nvPr/>
        </p:nvSpPr>
        <p:spPr>
          <a:xfrm>
            <a:off x="3219120" y="1892160"/>
            <a:ext cx="1350360" cy="161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 defTabSz="914400">
              <a:lnSpc>
                <a:spcPct val="100000"/>
              </a:lnSpc>
              <a:spcAft>
                <a:spcPts val="499"/>
              </a:spcAft>
              <a:tabLst>
                <a:tab algn="l" pos="0"/>
              </a:tabLst>
            </a:pPr>
            <a:r>
              <a:rPr b="1" lang="ko-KR" sz="1100" spc="-1" strike="noStrike">
                <a:solidFill>
                  <a:srgbClr val="1e5128"/>
                </a:solidFill>
                <a:latin typeface="Malgun Gothic"/>
                <a:ea typeface="Malgun Gothic"/>
              </a:rPr>
              <a:t>설계</a:t>
            </a:r>
            <a:endParaRPr b="0" lang="en-US" sz="11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273" name="Text 20"/>
          <p:cNvSpPr/>
          <p:nvPr/>
        </p:nvSpPr>
        <p:spPr>
          <a:xfrm>
            <a:off x="3219120" y="2117520"/>
            <a:ext cx="1350360" cy="123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 defTabSz="914400">
              <a:lnSpc>
                <a:spcPct val="100000"/>
              </a:lnSpc>
              <a:spcAft>
                <a:spcPts val="499"/>
              </a:spcAft>
              <a:tabLst>
                <a:tab algn="l" pos="0"/>
              </a:tabLst>
            </a:pPr>
            <a:r>
              <a:rPr b="0" lang="en-US" sz="800" spc="-1" strike="noStrike">
                <a:solidFill>
                  <a:srgbClr val="aab7b8"/>
                </a:solidFill>
                <a:latin typeface="Malgun Gothic"/>
                <a:ea typeface="Malgun Gothic"/>
              </a:rPr>
              <a:t>2025.04-05</a:t>
            </a:r>
            <a:endParaRPr b="0" lang="en-US" sz="8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274" name="Text 21"/>
          <p:cNvSpPr/>
          <p:nvPr/>
        </p:nvSpPr>
        <p:spPr>
          <a:xfrm>
            <a:off x="3219120" y="2304720"/>
            <a:ext cx="1350360" cy="123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00" spc="-1" strike="noStrike">
                <a:solidFill>
                  <a:srgbClr val="1e5128"/>
                </a:solidFill>
                <a:latin typeface="Malgun Gothic"/>
                <a:ea typeface="Malgun Gothic"/>
              </a:rPr>
              <a:t>8</a:t>
            </a:r>
            <a:r>
              <a:rPr b="0" lang="ko-KR" sz="800" spc="-1" strike="noStrike">
                <a:solidFill>
                  <a:srgbClr val="1e5128"/>
                </a:solidFill>
                <a:latin typeface="Malgun Gothic"/>
                <a:ea typeface="Malgun Gothic"/>
              </a:rPr>
              <a:t>주</a:t>
            </a:r>
            <a:endParaRPr b="0" lang="en-US" sz="8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275" name="Text 22"/>
          <p:cNvSpPr/>
          <p:nvPr/>
        </p:nvSpPr>
        <p:spPr>
          <a:xfrm>
            <a:off x="3280680" y="2530080"/>
            <a:ext cx="1227600" cy="487080"/>
          </a:xfrm>
          <a:prstGeom prst="roundRect">
            <a:avLst>
              <a:gd name="adj" fmla="val 13024"/>
            </a:avLst>
          </a:prstGeom>
          <a:solidFill>
            <a:srgbClr val="f4f6f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76" name="Text 23"/>
          <p:cNvSpPr/>
          <p:nvPr/>
        </p:nvSpPr>
        <p:spPr>
          <a:xfrm>
            <a:off x="3382200" y="2631600"/>
            <a:ext cx="1126800" cy="141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ts val="1120"/>
              </a:lnSpc>
              <a:tabLst>
                <a:tab algn="l" pos="0"/>
              </a:tabLst>
            </a:pPr>
            <a:r>
              <a:rPr b="0" lang="ko-KR" sz="800" spc="-1" strike="noStrike">
                <a:solidFill>
                  <a:srgbClr val="191a19"/>
                </a:solidFill>
                <a:latin typeface="Malgun Gothic"/>
                <a:ea typeface="Malgun Gothic"/>
              </a:rPr>
              <a:t>아키텍처 설계</a:t>
            </a:r>
            <a:endParaRPr b="0" lang="en-US" sz="8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277" name="Text 24"/>
          <p:cNvSpPr/>
          <p:nvPr/>
        </p:nvSpPr>
        <p:spPr>
          <a:xfrm>
            <a:off x="3382200" y="2773800"/>
            <a:ext cx="1126800" cy="141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ts val="1120"/>
              </a:lnSpc>
              <a:tabLst>
                <a:tab algn="l" pos="0"/>
              </a:tabLst>
            </a:pPr>
            <a:r>
              <a:rPr b="0" lang="ko-KR" sz="800" spc="-1" strike="noStrike">
                <a:solidFill>
                  <a:srgbClr val="191a19"/>
                </a:solidFill>
                <a:latin typeface="Malgun Gothic"/>
                <a:ea typeface="Malgun Gothic"/>
              </a:rPr>
              <a:t>화면</a:t>
            </a:r>
            <a:r>
              <a:rPr b="0" lang="en-US" sz="800" spc="-1" strike="noStrike">
                <a:solidFill>
                  <a:srgbClr val="191a19"/>
                </a:solidFill>
                <a:latin typeface="Malgun Gothic"/>
                <a:ea typeface="Malgun Gothic"/>
              </a:rPr>
              <a:t>/DB </a:t>
            </a:r>
            <a:r>
              <a:rPr b="0" lang="ko-KR" sz="800" spc="-1" strike="noStrike">
                <a:solidFill>
                  <a:srgbClr val="191a19"/>
                </a:solidFill>
                <a:latin typeface="Malgun Gothic"/>
                <a:ea typeface="Malgun Gothic"/>
              </a:rPr>
              <a:t>설계</a:t>
            </a:r>
            <a:endParaRPr b="0" lang="en-US" sz="8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278" name="Text 25"/>
          <p:cNvSpPr/>
          <p:nvPr/>
        </p:nvSpPr>
        <p:spPr>
          <a:xfrm>
            <a:off x="5147640" y="1562040"/>
            <a:ext cx="202680" cy="202680"/>
          </a:xfrm>
          <a:prstGeom prst="roundRect">
            <a:avLst>
              <a:gd name="adj" fmla="val 50012"/>
            </a:avLst>
          </a:prstGeom>
          <a:solidFill>
            <a:srgbClr val="1e5128"/>
          </a:solidFill>
          <a:ln w="38100">
            <a:solidFill>
              <a:srgbClr val="ffffff"/>
            </a:solidFill>
            <a:round/>
          </a:ln>
          <a:effectLst>
            <a:outerShdw algn="bl" blurRad="101520" dir="16200000" dist="50760" kx="0" ky="0" rotWithShape="0" sx="100000" sy="100000">
              <a:srgbClr val="1e5128">
                <a:alpha val="7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79" name="Text 26"/>
          <p:cNvSpPr/>
          <p:nvPr/>
        </p:nvSpPr>
        <p:spPr>
          <a:xfrm>
            <a:off x="4573800" y="1892160"/>
            <a:ext cx="1350360" cy="161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 defTabSz="914400">
              <a:lnSpc>
                <a:spcPct val="100000"/>
              </a:lnSpc>
              <a:spcAft>
                <a:spcPts val="499"/>
              </a:spcAft>
              <a:tabLst>
                <a:tab algn="l" pos="0"/>
              </a:tabLst>
            </a:pPr>
            <a:r>
              <a:rPr b="1" lang="ko-KR" sz="1100" spc="-1" strike="noStrike">
                <a:solidFill>
                  <a:srgbClr val="1e5128"/>
                </a:solidFill>
                <a:latin typeface="Malgun Gothic"/>
                <a:ea typeface="Malgun Gothic"/>
              </a:rPr>
              <a:t>개발</a:t>
            </a:r>
            <a:endParaRPr b="0" lang="en-US" sz="11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280" name="Text 27"/>
          <p:cNvSpPr/>
          <p:nvPr/>
        </p:nvSpPr>
        <p:spPr>
          <a:xfrm>
            <a:off x="4573800" y="2117520"/>
            <a:ext cx="1350360" cy="123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 defTabSz="914400">
              <a:lnSpc>
                <a:spcPct val="100000"/>
              </a:lnSpc>
              <a:spcAft>
                <a:spcPts val="499"/>
              </a:spcAft>
              <a:tabLst>
                <a:tab algn="l" pos="0"/>
              </a:tabLst>
            </a:pPr>
            <a:r>
              <a:rPr b="0" lang="en-US" sz="800" spc="-1" strike="noStrike">
                <a:solidFill>
                  <a:srgbClr val="aab7b8"/>
                </a:solidFill>
                <a:latin typeface="Malgun Gothic"/>
                <a:ea typeface="Malgun Gothic"/>
              </a:rPr>
              <a:t>2025.06-09</a:t>
            </a:r>
            <a:endParaRPr b="0" lang="en-US" sz="8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281" name="Text 28"/>
          <p:cNvSpPr/>
          <p:nvPr/>
        </p:nvSpPr>
        <p:spPr>
          <a:xfrm>
            <a:off x="4573800" y="2304720"/>
            <a:ext cx="1350360" cy="123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00" spc="-1" strike="noStrike">
                <a:solidFill>
                  <a:srgbClr val="1e5128"/>
                </a:solidFill>
                <a:latin typeface="Malgun Gothic"/>
                <a:ea typeface="Malgun Gothic"/>
              </a:rPr>
              <a:t>16</a:t>
            </a:r>
            <a:r>
              <a:rPr b="0" lang="ko-KR" sz="800" spc="-1" strike="noStrike">
                <a:solidFill>
                  <a:srgbClr val="1e5128"/>
                </a:solidFill>
                <a:latin typeface="Malgun Gothic"/>
                <a:ea typeface="Malgun Gothic"/>
              </a:rPr>
              <a:t>주</a:t>
            </a:r>
            <a:endParaRPr b="0" lang="en-US" sz="8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282" name="Text 29"/>
          <p:cNvSpPr/>
          <p:nvPr/>
        </p:nvSpPr>
        <p:spPr>
          <a:xfrm>
            <a:off x="4635360" y="2530080"/>
            <a:ext cx="1227600" cy="487080"/>
          </a:xfrm>
          <a:prstGeom prst="roundRect">
            <a:avLst>
              <a:gd name="adj" fmla="val 13024"/>
            </a:avLst>
          </a:prstGeom>
          <a:solidFill>
            <a:srgbClr val="f4f6f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83" name="Text 30"/>
          <p:cNvSpPr/>
          <p:nvPr/>
        </p:nvSpPr>
        <p:spPr>
          <a:xfrm>
            <a:off x="4736880" y="2631600"/>
            <a:ext cx="1126800" cy="141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ts val="1120"/>
              </a:lnSpc>
              <a:tabLst>
                <a:tab algn="l" pos="0"/>
              </a:tabLst>
            </a:pPr>
            <a:r>
              <a:rPr b="0" lang="ko-KR" sz="800" spc="-1" strike="noStrike">
                <a:solidFill>
                  <a:srgbClr val="191a19"/>
                </a:solidFill>
                <a:latin typeface="Malgun Gothic"/>
                <a:ea typeface="Malgun Gothic"/>
              </a:rPr>
              <a:t>코딩</a:t>
            </a:r>
            <a:endParaRPr b="0" lang="en-US" sz="8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284" name="Text 31"/>
          <p:cNvSpPr/>
          <p:nvPr/>
        </p:nvSpPr>
        <p:spPr>
          <a:xfrm>
            <a:off x="4736880" y="2773800"/>
            <a:ext cx="1126800" cy="141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ts val="1120"/>
              </a:lnSpc>
              <a:tabLst>
                <a:tab algn="l" pos="0"/>
              </a:tabLst>
            </a:pPr>
            <a:r>
              <a:rPr b="0" lang="ko-KR" sz="800" spc="-1" strike="noStrike">
                <a:solidFill>
                  <a:srgbClr val="191a19"/>
                </a:solidFill>
                <a:latin typeface="Malgun Gothic"/>
                <a:ea typeface="Malgun Gothic"/>
              </a:rPr>
              <a:t>단위테스트</a:t>
            </a:r>
            <a:endParaRPr b="0" lang="en-US" sz="8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285" name="Text 32"/>
          <p:cNvSpPr/>
          <p:nvPr/>
        </p:nvSpPr>
        <p:spPr>
          <a:xfrm>
            <a:off x="6502320" y="1562040"/>
            <a:ext cx="202680" cy="202680"/>
          </a:xfrm>
          <a:prstGeom prst="roundRect">
            <a:avLst>
              <a:gd name="adj" fmla="val 50012"/>
            </a:avLst>
          </a:prstGeom>
          <a:solidFill>
            <a:srgbClr val="1e5128"/>
          </a:solidFill>
          <a:ln w="38100">
            <a:solidFill>
              <a:srgbClr val="ffffff"/>
            </a:solidFill>
            <a:round/>
          </a:ln>
          <a:effectLst>
            <a:outerShdw algn="bl" blurRad="101520" dir="16200000" dist="50760" kx="0" ky="0" rotWithShape="0" sx="100000" sy="100000">
              <a:srgbClr val="1e5128">
                <a:alpha val="7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86" name="Text 33"/>
          <p:cNvSpPr/>
          <p:nvPr/>
        </p:nvSpPr>
        <p:spPr>
          <a:xfrm>
            <a:off x="5928480" y="1892160"/>
            <a:ext cx="1350360" cy="161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 defTabSz="914400">
              <a:lnSpc>
                <a:spcPct val="100000"/>
              </a:lnSpc>
              <a:spcAft>
                <a:spcPts val="499"/>
              </a:spcAft>
              <a:tabLst>
                <a:tab algn="l" pos="0"/>
              </a:tabLst>
            </a:pPr>
            <a:r>
              <a:rPr b="1" lang="ko-KR" sz="1100" spc="-1" strike="noStrike">
                <a:solidFill>
                  <a:srgbClr val="1e5128"/>
                </a:solidFill>
                <a:latin typeface="Malgun Gothic"/>
                <a:ea typeface="Malgun Gothic"/>
              </a:rPr>
              <a:t>테스트</a:t>
            </a:r>
            <a:endParaRPr b="0" lang="en-US" sz="11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287" name="Text 34"/>
          <p:cNvSpPr/>
          <p:nvPr/>
        </p:nvSpPr>
        <p:spPr>
          <a:xfrm>
            <a:off x="5928480" y="2117520"/>
            <a:ext cx="1350360" cy="123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 defTabSz="914400">
              <a:lnSpc>
                <a:spcPct val="100000"/>
              </a:lnSpc>
              <a:spcAft>
                <a:spcPts val="499"/>
              </a:spcAft>
              <a:tabLst>
                <a:tab algn="l" pos="0"/>
              </a:tabLst>
            </a:pPr>
            <a:r>
              <a:rPr b="0" lang="en-US" sz="800" spc="-1" strike="noStrike">
                <a:solidFill>
                  <a:srgbClr val="aab7b8"/>
                </a:solidFill>
                <a:latin typeface="Malgun Gothic"/>
                <a:ea typeface="Malgun Gothic"/>
              </a:rPr>
              <a:t>2025.10-11</a:t>
            </a:r>
            <a:endParaRPr b="0" lang="en-US" sz="8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288" name="Text 35"/>
          <p:cNvSpPr/>
          <p:nvPr/>
        </p:nvSpPr>
        <p:spPr>
          <a:xfrm>
            <a:off x="5928480" y="2304720"/>
            <a:ext cx="1350360" cy="123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00" spc="-1" strike="noStrike">
                <a:solidFill>
                  <a:srgbClr val="1e5128"/>
                </a:solidFill>
                <a:latin typeface="Malgun Gothic"/>
                <a:ea typeface="Malgun Gothic"/>
              </a:rPr>
              <a:t>6</a:t>
            </a:r>
            <a:r>
              <a:rPr b="0" lang="ko-KR" sz="800" spc="-1" strike="noStrike">
                <a:solidFill>
                  <a:srgbClr val="1e5128"/>
                </a:solidFill>
                <a:latin typeface="Malgun Gothic"/>
                <a:ea typeface="Malgun Gothic"/>
              </a:rPr>
              <a:t>주</a:t>
            </a:r>
            <a:endParaRPr b="0" lang="en-US" sz="8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289" name="Text 36"/>
          <p:cNvSpPr/>
          <p:nvPr/>
        </p:nvSpPr>
        <p:spPr>
          <a:xfrm>
            <a:off x="5990040" y="2530080"/>
            <a:ext cx="1227600" cy="487080"/>
          </a:xfrm>
          <a:prstGeom prst="roundRect">
            <a:avLst>
              <a:gd name="adj" fmla="val 13024"/>
            </a:avLst>
          </a:prstGeom>
          <a:solidFill>
            <a:srgbClr val="f4f6f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90" name="Text 37"/>
          <p:cNvSpPr/>
          <p:nvPr/>
        </p:nvSpPr>
        <p:spPr>
          <a:xfrm>
            <a:off x="6091560" y="2631600"/>
            <a:ext cx="1126800" cy="141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ts val="1120"/>
              </a:lnSpc>
              <a:tabLst>
                <a:tab algn="l" pos="0"/>
              </a:tabLst>
            </a:pPr>
            <a:r>
              <a:rPr b="0" lang="ko-KR" sz="800" spc="-1" strike="noStrike">
                <a:solidFill>
                  <a:srgbClr val="191a19"/>
                </a:solidFill>
                <a:latin typeface="Malgun Gothic"/>
                <a:ea typeface="Malgun Gothic"/>
              </a:rPr>
              <a:t>통합테스트</a:t>
            </a:r>
            <a:endParaRPr b="0" lang="en-US" sz="8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291" name="Text 38"/>
          <p:cNvSpPr/>
          <p:nvPr/>
        </p:nvSpPr>
        <p:spPr>
          <a:xfrm>
            <a:off x="6091560" y="2773800"/>
            <a:ext cx="1126800" cy="141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ts val="1120"/>
              </a:lnSpc>
              <a:tabLst>
                <a:tab algn="l" pos="0"/>
              </a:tabLst>
            </a:pPr>
            <a:r>
              <a:rPr b="0" lang="ko-KR" sz="800" spc="-1" strike="noStrike">
                <a:solidFill>
                  <a:srgbClr val="191a19"/>
                </a:solidFill>
                <a:latin typeface="Malgun Gothic"/>
                <a:ea typeface="Malgun Gothic"/>
              </a:rPr>
              <a:t>성능</a:t>
            </a:r>
            <a:r>
              <a:rPr b="0" lang="en-US" sz="800" spc="-1" strike="noStrike">
                <a:solidFill>
                  <a:srgbClr val="191a19"/>
                </a:solidFill>
                <a:latin typeface="Malgun Gothic"/>
                <a:ea typeface="Malgun Gothic"/>
              </a:rPr>
              <a:t>/</a:t>
            </a:r>
            <a:r>
              <a:rPr b="0" lang="ko-KR" sz="800" spc="-1" strike="noStrike">
                <a:solidFill>
                  <a:srgbClr val="191a19"/>
                </a:solidFill>
                <a:latin typeface="Malgun Gothic"/>
                <a:ea typeface="Malgun Gothic"/>
              </a:rPr>
              <a:t>인수</a:t>
            </a:r>
            <a:endParaRPr b="0" lang="en-US" sz="8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292" name="Text 39"/>
          <p:cNvSpPr/>
          <p:nvPr/>
        </p:nvSpPr>
        <p:spPr>
          <a:xfrm>
            <a:off x="7856640" y="1562040"/>
            <a:ext cx="202680" cy="202680"/>
          </a:xfrm>
          <a:prstGeom prst="roundRect">
            <a:avLst>
              <a:gd name="adj" fmla="val 50012"/>
            </a:avLst>
          </a:prstGeom>
          <a:solidFill>
            <a:srgbClr val="1e5128"/>
          </a:solidFill>
          <a:ln w="38100">
            <a:solidFill>
              <a:srgbClr val="ffffff"/>
            </a:solidFill>
            <a:round/>
          </a:ln>
          <a:effectLst>
            <a:outerShdw algn="bl" blurRad="101520" dir="16200000" dist="50760" kx="0" ky="0" rotWithShape="0" sx="100000" sy="100000">
              <a:srgbClr val="1e5128">
                <a:alpha val="7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93" name="Text 40"/>
          <p:cNvSpPr/>
          <p:nvPr/>
        </p:nvSpPr>
        <p:spPr>
          <a:xfrm>
            <a:off x="7283160" y="1892160"/>
            <a:ext cx="1350360" cy="161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 defTabSz="914400">
              <a:lnSpc>
                <a:spcPct val="100000"/>
              </a:lnSpc>
              <a:spcAft>
                <a:spcPts val="499"/>
              </a:spcAft>
              <a:tabLst>
                <a:tab algn="l" pos="0"/>
              </a:tabLst>
            </a:pPr>
            <a:r>
              <a:rPr b="1" lang="ko-KR" sz="1100" spc="-1" strike="noStrike">
                <a:solidFill>
                  <a:srgbClr val="1e5128"/>
                </a:solidFill>
                <a:latin typeface="Malgun Gothic"/>
                <a:ea typeface="Malgun Gothic"/>
              </a:rPr>
              <a:t>이행</a:t>
            </a:r>
            <a:endParaRPr b="0" lang="en-US" sz="11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294" name="Text 41"/>
          <p:cNvSpPr/>
          <p:nvPr/>
        </p:nvSpPr>
        <p:spPr>
          <a:xfrm>
            <a:off x="7283160" y="2117520"/>
            <a:ext cx="1350360" cy="123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 defTabSz="914400">
              <a:lnSpc>
                <a:spcPct val="100000"/>
              </a:lnSpc>
              <a:spcAft>
                <a:spcPts val="499"/>
              </a:spcAft>
              <a:tabLst>
                <a:tab algn="l" pos="0"/>
              </a:tabLst>
            </a:pPr>
            <a:r>
              <a:rPr b="0" lang="en-US" sz="800" spc="-1" strike="noStrike">
                <a:solidFill>
                  <a:srgbClr val="aab7b8"/>
                </a:solidFill>
                <a:latin typeface="Malgun Gothic"/>
                <a:ea typeface="Malgun Gothic"/>
              </a:rPr>
              <a:t>2025.11-12</a:t>
            </a:r>
            <a:endParaRPr b="0" lang="en-US" sz="8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295" name="Text 42"/>
          <p:cNvSpPr/>
          <p:nvPr/>
        </p:nvSpPr>
        <p:spPr>
          <a:xfrm>
            <a:off x="7283160" y="2304720"/>
            <a:ext cx="1350360" cy="123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00" spc="-1" strike="noStrike">
                <a:solidFill>
                  <a:srgbClr val="1e5128"/>
                </a:solidFill>
                <a:latin typeface="Malgun Gothic"/>
                <a:ea typeface="Malgun Gothic"/>
              </a:rPr>
              <a:t>6</a:t>
            </a:r>
            <a:r>
              <a:rPr b="0" lang="ko-KR" sz="800" spc="-1" strike="noStrike">
                <a:solidFill>
                  <a:srgbClr val="1e5128"/>
                </a:solidFill>
                <a:latin typeface="Malgun Gothic"/>
                <a:ea typeface="Malgun Gothic"/>
              </a:rPr>
              <a:t>주</a:t>
            </a:r>
            <a:endParaRPr b="0" lang="en-US" sz="8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296" name="Text 43"/>
          <p:cNvSpPr/>
          <p:nvPr/>
        </p:nvSpPr>
        <p:spPr>
          <a:xfrm>
            <a:off x="7344360" y="2530080"/>
            <a:ext cx="1227600" cy="487080"/>
          </a:xfrm>
          <a:prstGeom prst="roundRect">
            <a:avLst>
              <a:gd name="adj" fmla="val 13024"/>
            </a:avLst>
          </a:prstGeom>
          <a:solidFill>
            <a:srgbClr val="f4f6f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97" name="Text 44"/>
          <p:cNvSpPr/>
          <p:nvPr/>
        </p:nvSpPr>
        <p:spPr>
          <a:xfrm>
            <a:off x="7445880" y="2631600"/>
            <a:ext cx="1126800" cy="141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ts val="1120"/>
              </a:lnSpc>
              <a:tabLst>
                <a:tab algn="l" pos="0"/>
              </a:tabLst>
            </a:pPr>
            <a:r>
              <a:rPr b="0" lang="ko-KR" sz="800" spc="-1" strike="noStrike">
                <a:solidFill>
                  <a:srgbClr val="191a19"/>
                </a:solidFill>
                <a:latin typeface="Malgun Gothic"/>
                <a:ea typeface="Malgun Gothic"/>
              </a:rPr>
              <a:t>오픈</a:t>
            </a:r>
            <a:endParaRPr b="0" lang="en-US" sz="8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298" name="Text 45"/>
          <p:cNvSpPr/>
          <p:nvPr/>
        </p:nvSpPr>
        <p:spPr>
          <a:xfrm>
            <a:off x="7445880" y="2773800"/>
            <a:ext cx="1126800" cy="141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ts val="1120"/>
              </a:lnSpc>
              <a:tabLst>
                <a:tab algn="l" pos="0"/>
              </a:tabLst>
            </a:pPr>
            <a:r>
              <a:rPr b="0" lang="ko-KR" sz="800" spc="-1" strike="noStrike">
                <a:solidFill>
                  <a:srgbClr val="191a19"/>
                </a:solidFill>
                <a:latin typeface="Malgun Gothic"/>
                <a:ea typeface="Malgun Gothic"/>
              </a:rPr>
              <a:t>운영이관</a:t>
            </a:r>
            <a:endParaRPr b="0" lang="en-US" sz="8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299" name="Text 46"/>
          <p:cNvSpPr/>
          <p:nvPr/>
        </p:nvSpPr>
        <p:spPr>
          <a:xfrm>
            <a:off x="507960" y="4181400"/>
            <a:ext cx="8127720" cy="580680"/>
          </a:xfrm>
          <a:prstGeom prst="roundRect">
            <a:avLst>
              <a:gd name="adj" fmla="val 17486"/>
            </a:avLst>
          </a:prstGeom>
          <a:solidFill>
            <a:srgbClr val="1e512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00" name="Text 47"/>
          <p:cNvSpPr/>
          <p:nvPr/>
        </p:nvSpPr>
        <p:spPr>
          <a:xfrm>
            <a:off x="743040" y="4334040"/>
            <a:ext cx="410400" cy="15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-1" strike="noStrike">
                <a:solidFill>
                  <a:srgbClr val="d8e9a8"/>
                </a:solidFill>
                <a:latin typeface="Malgun Gothic"/>
                <a:ea typeface="Malgun Gothic"/>
              </a:rPr>
              <a:t>01.10</a:t>
            </a:r>
            <a:endParaRPr b="0" lang="en-US" sz="10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301" name="Text 48"/>
          <p:cNvSpPr/>
          <p:nvPr/>
        </p:nvSpPr>
        <p:spPr>
          <a:xfrm>
            <a:off x="743040" y="4486320"/>
            <a:ext cx="410400" cy="123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ko-KR" sz="800" spc="-1" strike="noStrike">
                <a:solidFill>
                  <a:srgbClr val="ffffff"/>
                </a:solidFill>
                <a:latin typeface="Malgun Gothic"/>
                <a:ea typeface="Malgun Gothic"/>
              </a:rPr>
              <a:t>착수보고</a:t>
            </a:r>
            <a:endParaRPr b="0" lang="en-US" sz="8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302" name="Text 49"/>
          <p:cNvSpPr/>
          <p:nvPr/>
        </p:nvSpPr>
        <p:spPr>
          <a:xfrm>
            <a:off x="2084400" y="4334040"/>
            <a:ext cx="641160" cy="15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-1" strike="noStrike">
                <a:solidFill>
                  <a:srgbClr val="d8e9a8"/>
                </a:solidFill>
                <a:latin typeface="Malgun Gothic"/>
                <a:ea typeface="Malgun Gothic"/>
              </a:rPr>
              <a:t>03.31</a:t>
            </a:r>
            <a:endParaRPr b="0" lang="en-US" sz="10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303" name="Text 50"/>
          <p:cNvSpPr/>
          <p:nvPr/>
        </p:nvSpPr>
        <p:spPr>
          <a:xfrm>
            <a:off x="2084400" y="4486320"/>
            <a:ext cx="641160" cy="123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ko-KR" sz="800" spc="-1" strike="noStrike">
                <a:solidFill>
                  <a:srgbClr val="ffffff"/>
                </a:solidFill>
                <a:latin typeface="Malgun Gothic"/>
                <a:ea typeface="Malgun Gothic"/>
              </a:rPr>
              <a:t>요구사항 확정</a:t>
            </a:r>
            <a:endParaRPr b="0" lang="en-US" sz="8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304" name="Text 51"/>
          <p:cNvSpPr/>
          <p:nvPr/>
        </p:nvSpPr>
        <p:spPr>
          <a:xfrm>
            <a:off x="3655080" y="4334040"/>
            <a:ext cx="435600" cy="15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-1" strike="noStrike">
                <a:solidFill>
                  <a:srgbClr val="d8e9a8"/>
                </a:solidFill>
                <a:latin typeface="Malgun Gothic"/>
                <a:ea typeface="Malgun Gothic"/>
              </a:rPr>
              <a:t>05.31</a:t>
            </a:r>
            <a:endParaRPr b="0" lang="en-US" sz="10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305" name="Text 52"/>
          <p:cNvSpPr/>
          <p:nvPr/>
        </p:nvSpPr>
        <p:spPr>
          <a:xfrm>
            <a:off x="3655080" y="4486320"/>
            <a:ext cx="435600" cy="123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ko-KR" sz="800" spc="-1" strike="noStrike">
                <a:solidFill>
                  <a:srgbClr val="ffffff"/>
                </a:solidFill>
                <a:latin typeface="Malgun Gothic"/>
                <a:ea typeface="Malgun Gothic"/>
              </a:rPr>
              <a:t>설계 완료</a:t>
            </a:r>
            <a:endParaRPr b="0" lang="en-US" sz="8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306" name="Text 53"/>
          <p:cNvSpPr/>
          <p:nvPr/>
        </p:nvSpPr>
        <p:spPr>
          <a:xfrm>
            <a:off x="5029920" y="4334040"/>
            <a:ext cx="435600" cy="15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-1" strike="noStrike">
                <a:solidFill>
                  <a:srgbClr val="d8e9a8"/>
                </a:solidFill>
                <a:latin typeface="Malgun Gothic"/>
                <a:ea typeface="Malgun Gothic"/>
              </a:rPr>
              <a:t>09.30</a:t>
            </a:r>
            <a:endParaRPr b="0" lang="en-US" sz="10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307" name="Text 54"/>
          <p:cNvSpPr/>
          <p:nvPr/>
        </p:nvSpPr>
        <p:spPr>
          <a:xfrm>
            <a:off x="5029920" y="4486320"/>
            <a:ext cx="435600" cy="123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ko-KR" sz="800" spc="-1" strike="noStrike">
                <a:solidFill>
                  <a:srgbClr val="ffffff"/>
                </a:solidFill>
                <a:latin typeface="Malgun Gothic"/>
                <a:ea typeface="Malgun Gothic"/>
              </a:rPr>
              <a:t>개발 완료</a:t>
            </a:r>
            <a:endParaRPr b="0" lang="en-US" sz="8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308" name="Text 55"/>
          <p:cNvSpPr/>
          <p:nvPr/>
        </p:nvSpPr>
        <p:spPr>
          <a:xfrm>
            <a:off x="6399720" y="4334040"/>
            <a:ext cx="538560" cy="15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-1" strike="noStrike">
                <a:solidFill>
                  <a:srgbClr val="d8e9a8"/>
                </a:solidFill>
                <a:latin typeface="Malgun Gothic"/>
                <a:ea typeface="Malgun Gothic"/>
              </a:rPr>
              <a:t>11.15</a:t>
            </a:r>
            <a:endParaRPr b="0" lang="en-US" sz="10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309" name="Text 56"/>
          <p:cNvSpPr/>
          <p:nvPr/>
        </p:nvSpPr>
        <p:spPr>
          <a:xfrm>
            <a:off x="6399720" y="4486320"/>
            <a:ext cx="538560" cy="123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ko-KR" sz="800" spc="-1" strike="noStrike">
                <a:solidFill>
                  <a:srgbClr val="ffffff"/>
                </a:solidFill>
                <a:latin typeface="Malgun Gothic"/>
                <a:ea typeface="Malgun Gothic"/>
              </a:rPr>
              <a:t>테스트 완료</a:t>
            </a:r>
            <a:endParaRPr b="0" lang="en-US" sz="8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310" name="Text 57"/>
          <p:cNvSpPr/>
          <p:nvPr/>
        </p:nvSpPr>
        <p:spPr>
          <a:xfrm>
            <a:off x="7867800" y="4334040"/>
            <a:ext cx="538560" cy="15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-1" strike="noStrike">
                <a:solidFill>
                  <a:srgbClr val="d8e9a8"/>
                </a:solidFill>
                <a:latin typeface="Malgun Gothic"/>
                <a:ea typeface="Malgun Gothic"/>
              </a:rPr>
              <a:t>12.01</a:t>
            </a:r>
            <a:endParaRPr b="0" lang="en-US" sz="10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311" name="Text 58"/>
          <p:cNvSpPr/>
          <p:nvPr/>
        </p:nvSpPr>
        <p:spPr>
          <a:xfrm>
            <a:off x="7867800" y="4486320"/>
            <a:ext cx="538560" cy="123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ko-KR" sz="800" spc="-1" strike="noStrike">
                <a:solidFill>
                  <a:srgbClr val="ffffff"/>
                </a:solidFill>
                <a:latin typeface="Malgun Gothic"/>
                <a:ea typeface="Malgun Gothic"/>
              </a:rPr>
              <a:t>시스템 오픈</a:t>
            </a:r>
            <a:endParaRPr b="0" lang="en-US" sz="800" spc="-1" strike="noStrike">
              <a:solidFill>
                <a:srgbClr val="000000"/>
              </a:solidFill>
              <a:latin typeface="Noto Sans CJK KR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e51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Text 0"/>
          <p:cNvSpPr/>
          <p:nvPr/>
        </p:nvSpPr>
        <p:spPr>
          <a:xfrm>
            <a:off x="6604200" y="0"/>
            <a:ext cx="2539440" cy="2539440"/>
          </a:xfrm>
          <a:prstGeom prst="rect">
            <a:avLst/>
          </a:prstGeom>
          <a:solidFill>
            <a:srgbClr val="4e9f3d">
              <a:alpha val="2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13" name="Text 1"/>
          <p:cNvSpPr/>
          <p:nvPr/>
        </p:nvSpPr>
        <p:spPr>
          <a:xfrm>
            <a:off x="762120" y="1778040"/>
            <a:ext cx="1396440" cy="1095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7200" spc="-1" strike="noStrike">
                <a:solidFill>
                  <a:srgbClr val="ffffff"/>
                </a:solidFill>
                <a:latin typeface="Malgun Gothic"/>
                <a:ea typeface="Malgun Gothic"/>
              </a:rPr>
              <a:t>05</a:t>
            </a:r>
            <a:endParaRPr b="0" lang="en-US" sz="7200" spc="-1" strike="noStrike">
              <a:solidFill>
                <a:srgbClr val="ffffff"/>
              </a:solidFill>
              <a:latin typeface="Noto Sans CJK KR"/>
            </a:endParaRPr>
          </a:p>
        </p:txBody>
      </p:sp>
      <p:sp>
        <p:nvSpPr>
          <p:cNvPr id="314" name="Text 2"/>
          <p:cNvSpPr/>
          <p:nvPr/>
        </p:nvSpPr>
        <p:spPr>
          <a:xfrm>
            <a:off x="2286000" y="2031840"/>
            <a:ext cx="6705360" cy="485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ko-KR" sz="3200" spc="-1" strike="noStrike">
                <a:solidFill>
                  <a:srgbClr val="ffffff"/>
                </a:solidFill>
                <a:latin typeface="Malgun Gothic"/>
                <a:ea typeface="Malgun Gothic"/>
              </a:rPr>
              <a:t>품질 및 위험 관리</a:t>
            </a:r>
            <a:endParaRPr b="0" lang="en-US" sz="3200" spc="-1" strike="noStrike">
              <a:solidFill>
                <a:srgbClr val="ffffff"/>
              </a:solidFill>
              <a:latin typeface="Noto Sans CJK KR"/>
            </a:endParaRPr>
          </a:p>
        </p:txBody>
      </p:sp>
      <p:sp>
        <p:nvSpPr>
          <p:cNvPr id="315" name="Text 3"/>
          <p:cNvSpPr/>
          <p:nvPr/>
        </p:nvSpPr>
        <p:spPr>
          <a:xfrm>
            <a:off x="2286000" y="2666880"/>
            <a:ext cx="6705360" cy="218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rgbClr val="d8e9a8"/>
                </a:solidFill>
                <a:latin typeface="Malgun Gothic"/>
                <a:ea typeface="Malgun Gothic"/>
              </a:rPr>
              <a:t>Quality &amp; Risk Management</a:t>
            </a:r>
            <a:endParaRPr b="0" lang="en-US" sz="1400" spc="-1" strike="noStrike">
              <a:solidFill>
                <a:srgbClr val="ffffff"/>
              </a:solidFill>
              <a:latin typeface="Noto Sans CJK KR"/>
            </a:endParaRPr>
          </a:p>
        </p:txBody>
      </p:sp>
      <p:sp>
        <p:nvSpPr>
          <p:cNvPr id="316" name="Text 4"/>
          <p:cNvSpPr/>
          <p:nvPr/>
        </p:nvSpPr>
        <p:spPr>
          <a:xfrm>
            <a:off x="2286000" y="3174840"/>
            <a:ext cx="761760" cy="50400"/>
          </a:xfrm>
          <a:prstGeom prst="rect">
            <a:avLst/>
          </a:prstGeom>
          <a:solidFill>
            <a:srgbClr val="4e9f3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5760" bIns="576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Text 0"/>
          <p:cNvSpPr/>
          <p:nvPr/>
        </p:nvSpPr>
        <p:spPr>
          <a:xfrm>
            <a:off x="507960" y="317520"/>
            <a:ext cx="2571120" cy="33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ko-KR" sz="2200" spc="-1" strike="noStrike">
                <a:solidFill>
                  <a:srgbClr val="1e5128"/>
                </a:solidFill>
                <a:latin typeface="Malgun Gothic"/>
                <a:ea typeface="Malgun Gothic"/>
              </a:rPr>
              <a:t>품질</a:t>
            </a:r>
            <a:r>
              <a:rPr b="1" lang="en-US" sz="2200" spc="-1" strike="noStrike">
                <a:solidFill>
                  <a:srgbClr val="1e5128"/>
                </a:solidFill>
                <a:latin typeface="Malgun Gothic"/>
                <a:ea typeface="Malgun Gothic"/>
              </a:rPr>
              <a:t>/</a:t>
            </a:r>
            <a:r>
              <a:rPr b="1" lang="ko-KR" sz="2200" spc="-1" strike="noStrike">
                <a:solidFill>
                  <a:srgbClr val="1e5128"/>
                </a:solidFill>
                <a:latin typeface="Malgun Gothic"/>
                <a:ea typeface="Malgun Gothic"/>
              </a:rPr>
              <a:t>보안</a:t>
            </a:r>
            <a:r>
              <a:rPr b="1" lang="en-US" sz="2200" spc="-1" strike="noStrike">
                <a:solidFill>
                  <a:srgbClr val="1e5128"/>
                </a:solidFill>
                <a:latin typeface="Malgun Gothic"/>
                <a:ea typeface="Malgun Gothic"/>
              </a:rPr>
              <a:t>/</a:t>
            </a:r>
            <a:r>
              <a:rPr b="1" lang="ko-KR" sz="2200" spc="-1" strike="noStrike">
                <a:solidFill>
                  <a:srgbClr val="1e5128"/>
                </a:solidFill>
                <a:latin typeface="Malgun Gothic"/>
                <a:ea typeface="Malgun Gothic"/>
              </a:rPr>
              <a:t>위험 관리</a:t>
            </a:r>
            <a:endParaRPr b="0" lang="en-US" sz="22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318" name="Text 1"/>
          <p:cNvSpPr/>
          <p:nvPr/>
        </p:nvSpPr>
        <p:spPr>
          <a:xfrm>
            <a:off x="507960" y="698400"/>
            <a:ext cx="761760" cy="37800"/>
          </a:xfrm>
          <a:prstGeom prst="rect">
            <a:avLst/>
          </a:prstGeom>
          <a:solidFill>
            <a:srgbClr val="4e9f3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6840" bIns="-684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19" name="Text 2"/>
          <p:cNvSpPr/>
          <p:nvPr/>
        </p:nvSpPr>
        <p:spPr>
          <a:xfrm>
            <a:off x="507960" y="1015920"/>
            <a:ext cx="2581920" cy="2145960"/>
          </a:xfrm>
          <a:prstGeom prst="roundRect">
            <a:avLst>
              <a:gd name="adj" fmla="val 5917"/>
            </a:avLst>
          </a:prstGeom>
          <a:solidFill>
            <a:srgbClr val="f4f6f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20" name="Shape 3"/>
          <p:cNvSpPr/>
          <p:nvPr/>
        </p:nvSpPr>
        <p:spPr>
          <a:xfrm>
            <a:off x="507600" y="1039680"/>
            <a:ext cx="2582640" cy="360"/>
          </a:xfrm>
          <a:prstGeom prst="line">
            <a:avLst/>
          </a:prstGeom>
          <a:ln w="47625">
            <a:solidFill>
              <a:srgbClr val="1e512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321" name="Text 4"/>
          <p:cNvSpPr/>
          <p:nvPr/>
        </p:nvSpPr>
        <p:spPr>
          <a:xfrm>
            <a:off x="698400" y="1253880"/>
            <a:ext cx="355320" cy="355320"/>
          </a:xfrm>
          <a:prstGeom prst="roundRect">
            <a:avLst>
              <a:gd name="adj" fmla="val 21432"/>
            </a:avLst>
          </a:prstGeom>
          <a:solidFill>
            <a:srgbClr val="1e512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22" name="Text 5"/>
          <p:cNvSpPr/>
          <p:nvPr/>
        </p:nvSpPr>
        <p:spPr>
          <a:xfrm>
            <a:off x="810360" y="1322280"/>
            <a:ext cx="144720" cy="218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rgbClr val="ffffff"/>
                </a:solidFill>
                <a:latin typeface="Malgun Gothic"/>
                <a:ea typeface="Malgun Gothic"/>
              </a:rPr>
              <a:t>Q</a:t>
            </a:r>
            <a:endParaRPr b="0" lang="en-US" sz="14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323" name="Text 6"/>
          <p:cNvSpPr/>
          <p:nvPr/>
        </p:nvSpPr>
        <p:spPr>
          <a:xfrm>
            <a:off x="1180800" y="1331640"/>
            <a:ext cx="708480" cy="199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ko-KR" sz="1300" spc="-1" strike="noStrike">
                <a:solidFill>
                  <a:srgbClr val="1e5128"/>
                </a:solidFill>
                <a:latin typeface="Malgun Gothic"/>
                <a:ea typeface="Malgun Gothic"/>
              </a:rPr>
              <a:t>품질 관리</a:t>
            </a:r>
            <a:endParaRPr b="0" lang="en-US" sz="13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324" name="Text 7"/>
          <p:cNvSpPr/>
          <p:nvPr/>
        </p:nvSpPr>
        <p:spPr>
          <a:xfrm>
            <a:off x="698400" y="1761840"/>
            <a:ext cx="2201040" cy="120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9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25" name="Text 8"/>
          <p:cNvSpPr/>
          <p:nvPr/>
        </p:nvSpPr>
        <p:spPr>
          <a:xfrm>
            <a:off x="698400" y="1888920"/>
            <a:ext cx="75960" cy="75960"/>
          </a:xfrm>
          <a:prstGeom prst="roundRect">
            <a:avLst>
              <a:gd name="adj" fmla="val 50000"/>
            </a:avLst>
          </a:prstGeom>
          <a:solidFill>
            <a:srgbClr val="4e9f3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8640" bIns="864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26" name="Text 9"/>
          <p:cNvSpPr/>
          <p:nvPr/>
        </p:nvSpPr>
        <p:spPr>
          <a:xfrm>
            <a:off x="876240" y="1838160"/>
            <a:ext cx="2225520" cy="14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ko-KR" sz="900" spc="-1" strike="noStrike">
                <a:solidFill>
                  <a:srgbClr val="1e5128"/>
                </a:solidFill>
                <a:latin typeface="Malgun Gothic"/>
                <a:ea typeface="Malgun Gothic"/>
              </a:rPr>
              <a:t>산출물 검토</a:t>
            </a:r>
            <a:r>
              <a:rPr b="0" lang="en-US" sz="900" spc="-1" strike="noStrike">
                <a:solidFill>
                  <a:srgbClr val="191a19"/>
                </a:solidFill>
                <a:latin typeface="Malgun Gothic"/>
                <a:ea typeface="Malgun Gothic"/>
              </a:rPr>
              <a:t> </a:t>
            </a:r>
            <a:r>
              <a:rPr b="0" lang="en-US" sz="900" spc="-1" strike="noStrike">
                <a:solidFill>
                  <a:srgbClr val="191a19"/>
                </a:solidFill>
                <a:latin typeface="Malgun Gothic"/>
                <a:ea typeface="Malgun Gothic"/>
              </a:rPr>
              <a:t>- </a:t>
            </a:r>
            <a:r>
              <a:rPr b="0" lang="ko-KR" sz="900" spc="-1" strike="noStrike">
                <a:solidFill>
                  <a:srgbClr val="191a19"/>
                </a:solidFill>
                <a:latin typeface="Malgun Gothic"/>
                <a:ea typeface="Malgun Gothic"/>
              </a:rPr>
              <a:t>발주 담당자 승인</a:t>
            </a:r>
            <a:endParaRPr b="0" lang="en-US" sz="9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327" name="Text 10"/>
          <p:cNvSpPr/>
          <p:nvPr/>
        </p:nvSpPr>
        <p:spPr>
          <a:xfrm>
            <a:off x="698400" y="2193840"/>
            <a:ext cx="75960" cy="75960"/>
          </a:xfrm>
          <a:prstGeom prst="roundRect">
            <a:avLst>
              <a:gd name="adj" fmla="val 50000"/>
            </a:avLst>
          </a:prstGeom>
          <a:solidFill>
            <a:srgbClr val="4e9f3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8640" bIns="864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28" name="Text 11"/>
          <p:cNvSpPr/>
          <p:nvPr/>
        </p:nvSpPr>
        <p:spPr>
          <a:xfrm>
            <a:off x="876240" y="2143080"/>
            <a:ext cx="2225520" cy="14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ko-KR" sz="900" spc="-1" strike="noStrike">
                <a:solidFill>
                  <a:srgbClr val="1e5128"/>
                </a:solidFill>
                <a:latin typeface="Malgun Gothic"/>
                <a:ea typeface="Malgun Gothic"/>
              </a:rPr>
              <a:t>코드 리뷰</a:t>
            </a:r>
            <a:r>
              <a:rPr b="0" lang="en-US" sz="900" spc="-1" strike="noStrike">
                <a:solidFill>
                  <a:srgbClr val="191a19"/>
                </a:solidFill>
                <a:latin typeface="Malgun Gothic"/>
                <a:ea typeface="Malgun Gothic"/>
              </a:rPr>
              <a:t> </a:t>
            </a:r>
            <a:r>
              <a:rPr b="0" lang="en-US" sz="900" spc="-1" strike="noStrike">
                <a:solidFill>
                  <a:srgbClr val="191a19"/>
                </a:solidFill>
                <a:latin typeface="Malgun Gothic"/>
                <a:ea typeface="Malgun Gothic"/>
              </a:rPr>
              <a:t>- GitHub PR, 2</a:t>
            </a:r>
            <a:r>
              <a:rPr b="0" lang="ko-KR" sz="900" spc="-1" strike="noStrike">
                <a:solidFill>
                  <a:srgbClr val="191a19"/>
                </a:solidFill>
                <a:latin typeface="Malgun Gothic"/>
                <a:ea typeface="Malgun Gothic"/>
              </a:rPr>
              <a:t>인 이상 승인</a:t>
            </a:r>
            <a:endParaRPr b="0" lang="en-US" sz="9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329" name="Text 12"/>
          <p:cNvSpPr/>
          <p:nvPr/>
        </p:nvSpPr>
        <p:spPr>
          <a:xfrm>
            <a:off x="698400" y="2498400"/>
            <a:ext cx="75960" cy="75960"/>
          </a:xfrm>
          <a:prstGeom prst="roundRect">
            <a:avLst>
              <a:gd name="adj" fmla="val 50000"/>
            </a:avLst>
          </a:prstGeom>
          <a:solidFill>
            <a:srgbClr val="4e9f3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8640" bIns="864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30" name="Text 13"/>
          <p:cNvSpPr/>
          <p:nvPr/>
        </p:nvSpPr>
        <p:spPr>
          <a:xfrm>
            <a:off x="876240" y="2447640"/>
            <a:ext cx="2225520" cy="14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ko-KR" sz="900" spc="-1" strike="noStrike">
                <a:solidFill>
                  <a:srgbClr val="1e5128"/>
                </a:solidFill>
                <a:latin typeface="Malgun Gothic"/>
                <a:ea typeface="Malgun Gothic"/>
              </a:rPr>
              <a:t>정적 분석</a:t>
            </a:r>
            <a:r>
              <a:rPr b="0" lang="en-US" sz="900" spc="-1" strike="noStrike">
                <a:solidFill>
                  <a:srgbClr val="191a19"/>
                </a:solidFill>
                <a:latin typeface="Malgun Gothic"/>
                <a:ea typeface="Malgun Gothic"/>
              </a:rPr>
              <a:t> </a:t>
            </a:r>
            <a:r>
              <a:rPr b="0" lang="en-US" sz="900" spc="-1" strike="noStrike">
                <a:solidFill>
                  <a:srgbClr val="191a19"/>
                </a:solidFill>
                <a:latin typeface="Malgun Gothic"/>
                <a:ea typeface="Malgun Gothic"/>
              </a:rPr>
              <a:t>- SonarQube </a:t>
            </a:r>
            <a:r>
              <a:rPr b="0" lang="ko-KR" sz="900" spc="-1" strike="noStrike">
                <a:solidFill>
                  <a:srgbClr val="191a19"/>
                </a:solidFill>
                <a:latin typeface="Malgun Gothic"/>
                <a:ea typeface="Malgun Gothic"/>
              </a:rPr>
              <a:t>품질 게이트</a:t>
            </a:r>
            <a:endParaRPr b="0" lang="en-US" sz="9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331" name="Text 14"/>
          <p:cNvSpPr/>
          <p:nvPr/>
        </p:nvSpPr>
        <p:spPr>
          <a:xfrm>
            <a:off x="698400" y="2803320"/>
            <a:ext cx="75960" cy="75960"/>
          </a:xfrm>
          <a:prstGeom prst="roundRect">
            <a:avLst>
              <a:gd name="adj" fmla="val 50000"/>
            </a:avLst>
          </a:prstGeom>
          <a:solidFill>
            <a:srgbClr val="4e9f3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8640" bIns="864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32" name="Text 15"/>
          <p:cNvSpPr/>
          <p:nvPr/>
        </p:nvSpPr>
        <p:spPr>
          <a:xfrm>
            <a:off x="876240" y="2752560"/>
            <a:ext cx="2225520" cy="14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ko-KR" sz="900" spc="-1" strike="noStrike">
                <a:solidFill>
                  <a:srgbClr val="1e5128"/>
                </a:solidFill>
                <a:latin typeface="Malgun Gothic"/>
                <a:ea typeface="Malgun Gothic"/>
              </a:rPr>
              <a:t>테스트</a:t>
            </a:r>
            <a:r>
              <a:rPr b="0" lang="en-US" sz="900" spc="-1" strike="noStrike">
                <a:solidFill>
                  <a:srgbClr val="191a19"/>
                </a:solidFill>
                <a:latin typeface="Malgun Gothic"/>
                <a:ea typeface="Malgun Gothic"/>
              </a:rPr>
              <a:t> </a:t>
            </a:r>
            <a:r>
              <a:rPr b="0" lang="en-US" sz="900" spc="-1" strike="noStrike">
                <a:solidFill>
                  <a:srgbClr val="191a19"/>
                </a:solidFill>
                <a:latin typeface="Malgun Gothic"/>
                <a:ea typeface="Malgun Gothic"/>
              </a:rPr>
              <a:t>- </a:t>
            </a:r>
            <a:r>
              <a:rPr b="0" lang="ko-KR" sz="900" spc="-1" strike="noStrike">
                <a:solidFill>
                  <a:srgbClr val="191a19"/>
                </a:solidFill>
                <a:latin typeface="Malgun Gothic"/>
                <a:ea typeface="Malgun Gothic"/>
              </a:rPr>
              <a:t>시나리오 기반 통합</a:t>
            </a:r>
            <a:r>
              <a:rPr b="0" lang="en-US" sz="900" spc="-1" strike="noStrike">
                <a:solidFill>
                  <a:srgbClr val="191a19"/>
                </a:solidFill>
                <a:latin typeface="Malgun Gothic"/>
                <a:ea typeface="Malgun Gothic"/>
              </a:rPr>
              <a:t>/</a:t>
            </a:r>
            <a:r>
              <a:rPr b="0" lang="ko-KR" sz="900" spc="-1" strike="noStrike">
                <a:solidFill>
                  <a:srgbClr val="191a19"/>
                </a:solidFill>
                <a:latin typeface="Malgun Gothic"/>
                <a:ea typeface="Malgun Gothic"/>
              </a:rPr>
              <a:t>인수</a:t>
            </a:r>
            <a:endParaRPr b="0" lang="en-US" sz="9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333" name="Text 16"/>
          <p:cNvSpPr/>
          <p:nvPr/>
        </p:nvSpPr>
        <p:spPr>
          <a:xfrm>
            <a:off x="3280680" y="1015920"/>
            <a:ext cx="2581920" cy="2145960"/>
          </a:xfrm>
          <a:prstGeom prst="roundRect">
            <a:avLst>
              <a:gd name="adj" fmla="val 5917"/>
            </a:avLst>
          </a:prstGeom>
          <a:solidFill>
            <a:srgbClr val="f4f6f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34" name="Shape 17"/>
          <p:cNvSpPr/>
          <p:nvPr/>
        </p:nvSpPr>
        <p:spPr>
          <a:xfrm>
            <a:off x="3280680" y="1039680"/>
            <a:ext cx="2582280" cy="360"/>
          </a:xfrm>
          <a:prstGeom prst="line">
            <a:avLst/>
          </a:prstGeom>
          <a:ln w="47625">
            <a:solidFill>
              <a:srgbClr val="4e9f3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335" name="Text 18"/>
          <p:cNvSpPr/>
          <p:nvPr/>
        </p:nvSpPr>
        <p:spPr>
          <a:xfrm>
            <a:off x="3471120" y="1253880"/>
            <a:ext cx="355320" cy="355320"/>
          </a:xfrm>
          <a:prstGeom prst="roundRect">
            <a:avLst>
              <a:gd name="adj" fmla="val 21432"/>
            </a:avLst>
          </a:prstGeom>
          <a:solidFill>
            <a:srgbClr val="4e9f3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36" name="Text 19"/>
          <p:cNvSpPr/>
          <p:nvPr/>
        </p:nvSpPr>
        <p:spPr>
          <a:xfrm>
            <a:off x="3596040" y="1322280"/>
            <a:ext cx="116280" cy="218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rgbClr val="ffffff"/>
                </a:solidFill>
                <a:latin typeface="Malgun Gothic"/>
                <a:ea typeface="Malgun Gothic"/>
              </a:rPr>
              <a:t>S</a:t>
            </a:r>
            <a:endParaRPr b="0" lang="en-US" sz="14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337" name="Text 20"/>
          <p:cNvSpPr/>
          <p:nvPr/>
        </p:nvSpPr>
        <p:spPr>
          <a:xfrm>
            <a:off x="3953880" y="1331640"/>
            <a:ext cx="708480" cy="199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ko-KR" sz="1300" spc="-1" strike="noStrike">
                <a:solidFill>
                  <a:srgbClr val="1e5128"/>
                </a:solidFill>
                <a:latin typeface="Malgun Gothic"/>
                <a:ea typeface="Malgun Gothic"/>
              </a:rPr>
              <a:t>보안 관리</a:t>
            </a:r>
            <a:endParaRPr b="0" lang="en-US" sz="13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338" name="Text 21"/>
          <p:cNvSpPr/>
          <p:nvPr/>
        </p:nvSpPr>
        <p:spPr>
          <a:xfrm>
            <a:off x="3471120" y="1761840"/>
            <a:ext cx="2201040" cy="120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9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39" name="Text 22"/>
          <p:cNvSpPr/>
          <p:nvPr/>
        </p:nvSpPr>
        <p:spPr>
          <a:xfrm>
            <a:off x="3471120" y="1888920"/>
            <a:ext cx="75960" cy="75960"/>
          </a:xfrm>
          <a:prstGeom prst="roundRect">
            <a:avLst>
              <a:gd name="adj" fmla="val 50000"/>
            </a:avLst>
          </a:prstGeom>
          <a:solidFill>
            <a:srgbClr val="4e9f3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8640" bIns="864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40" name="Text 23"/>
          <p:cNvSpPr/>
          <p:nvPr/>
        </p:nvSpPr>
        <p:spPr>
          <a:xfrm>
            <a:off x="3648960" y="1838160"/>
            <a:ext cx="2225520" cy="14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ko-KR" sz="900" spc="-1" strike="noStrike">
                <a:solidFill>
                  <a:srgbClr val="1e5128"/>
                </a:solidFill>
                <a:latin typeface="Malgun Gothic"/>
                <a:ea typeface="Malgun Gothic"/>
              </a:rPr>
              <a:t>인적 보안</a:t>
            </a:r>
            <a:r>
              <a:rPr b="0" lang="en-US" sz="900" spc="-1" strike="noStrike">
                <a:solidFill>
                  <a:srgbClr val="191a19"/>
                </a:solidFill>
                <a:latin typeface="Malgun Gothic"/>
                <a:ea typeface="Malgun Gothic"/>
              </a:rPr>
              <a:t> </a:t>
            </a:r>
            <a:r>
              <a:rPr b="0" lang="en-US" sz="900" spc="-1" strike="noStrike">
                <a:solidFill>
                  <a:srgbClr val="191a19"/>
                </a:solidFill>
                <a:latin typeface="Malgun Gothic"/>
                <a:ea typeface="Malgun Gothic"/>
              </a:rPr>
              <a:t>- </a:t>
            </a:r>
            <a:r>
              <a:rPr b="0" lang="ko-KR" sz="900" spc="-1" strike="noStrike">
                <a:solidFill>
                  <a:srgbClr val="191a19"/>
                </a:solidFill>
                <a:latin typeface="Malgun Gothic"/>
                <a:ea typeface="Malgun Gothic"/>
              </a:rPr>
              <a:t>보안서약서</a:t>
            </a:r>
            <a:r>
              <a:rPr b="0" lang="en-US" sz="900" spc="-1" strike="noStrike">
                <a:solidFill>
                  <a:srgbClr val="191a19"/>
                </a:solidFill>
                <a:latin typeface="Malgun Gothic"/>
                <a:ea typeface="Malgun Gothic"/>
              </a:rPr>
              <a:t>, </a:t>
            </a:r>
            <a:r>
              <a:rPr b="0" lang="ko-KR" sz="900" spc="-1" strike="noStrike">
                <a:solidFill>
                  <a:srgbClr val="191a19"/>
                </a:solidFill>
                <a:latin typeface="Malgun Gothic"/>
                <a:ea typeface="Malgun Gothic"/>
              </a:rPr>
              <a:t>보안 교육</a:t>
            </a:r>
            <a:endParaRPr b="0" lang="en-US" sz="9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341" name="Text 24"/>
          <p:cNvSpPr/>
          <p:nvPr/>
        </p:nvSpPr>
        <p:spPr>
          <a:xfrm>
            <a:off x="3471120" y="2193840"/>
            <a:ext cx="75960" cy="75960"/>
          </a:xfrm>
          <a:prstGeom prst="roundRect">
            <a:avLst>
              <a:gd name="adj" fmla="val 50000"/>
            </a:avLst>
          </a:prstGeom>
          <a:solidFill>
            <a:srgbClr val="4e9f3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8640" bIns="864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42" name="Text 25"/>
          <p:cNvSpPr/>
          <p:nvPr/>
        </p:nvSpPr>
        <p:spPr>
          <a:xfrm>
            <a:off x="3648960" y="2143080"/>
            <a:ext cx="2225520" cy="14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ko-KR" sz="900" spc="-1" strike="noStrike">
                <a:solidFill>
                  <a:srgbClr val="1e5128"/>
                </a:solidFill>
                <a:latin typeface="Malgun Gothic"/>
                <a:ea typeface="Malgun Gothic"/>
              </a:rPr>
              <a:t>물리 보안</a:t>
            </a:r>
            <a:r>
              <a:rPr b="0" lang="en-US" sz="900" spc="-1" strike="noStrike">
                <a:solidFill>
                  <a:srgbClr val="191a19"/>
                </a:solidFill>
                <a:latin typeface="Malgun Gothic"/>
                <a:ea typeface="Malgun Gothic"/>
              </a:rPr>
              <a:t> </a:t>
            </a:r>
            <a:r>
              <a:rPr b="0" lang="en-US" sz="900" spc="-1" strike="noStrike">
                <a:solidFill>
                  <a:srgbClr val="191a19"/>
                </a:solidFill>
                <a:latin typeface="Malgun Gothic"/>
                <a:ea typeface="Malgun Gothic"/>
              </a:rPr>
              <a:t>- </a:t>
            </a:r>
            <a:r>
              <a:rPr b="0" lang="ko-KR" sz="900" spc="-1" strike="noStrike">
                <a:solidFill>
                  <a:srgbClr val="191a19"/>
                </a:solidFill>
                <a:latin typeface="Malgun Gothic"/>
                <a:ea typeface="Malgun Gothic"/>
              </a:rPr>
              <a:t>출입 관리</a:t>
            </a:r>
            <a:r>
              <a:rPr b="0" lang="en-US" sz="900" spc="-1" strike="noStrike">
                <a:solidFill>
                  <a:srgbClr val="191a19"/>
                </a:solidFill>
                <a:latin typeface="Malgun Gothic"/>
                <a:ea typeface="Malgun Gothic"/>
              </a:rPr>
              <a:t>, </a:t>
            </a:r>
            <a:r>
              <a:rPr b="0" lang="ko-KR" sz="900" spc="-1" strike="noStrike">
                <a:solidFill>
                  <a:srgbClr val="191a19"/>
                </a:solidFill>
                <a:latin typeface="Malgun Gothic"/>
                <a:ea typeface="Malgun Gothic"/>
              </a:rPr>
              <a:t>장비 통제</a:t>
            </a:r>
            <a:endParaRPr b="0" lang="en-US" sz="9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343" name="Text 26"/>
          <p:cNvSpPr/>
          <p:nvPr/>
        </p:nvSpPr>
        <p:spPr>
          <a:xfrm>
            <a:off x="3471120" y="2498400"/>
            <a:ext cx="75960" cy="75960"/>
          </a:xfrm>
          <a:prstGeom prst="roundRect">
            <a:avLst>
              <a:gd name="adj" fmla="val 50000"/>
            </a:avLst>
          </a:prstGeom>
          <a:solidFill>
            <a:srgbClr val="4e9f3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8640" bIns="864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44" name="Text 27"/>
          <p:cNvSpPr/>
          <p:nvPr/>
        </p:nvSpPr>
        <p:spPr>
          <a:xfrm>
            <a:off x="3648960" y="2447640"/>
            <a:ext cx="2225520" cy="14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ko-KR" sz="900" spc="-1" strike="noStrike">
                <a:solidFill>
                  <a:srgbClr val="1e5128"/>
                </a:solidFill>
                <a:latin typeface="Malgun Gothic"/>
                <a:ea typeface="Malgun Gothic"/>
              </a:rPr>
              <a:t>기술 보안</a:t>
            </a:r>
            <a:r>
              <a:rPr b="0" lang="en-US" sz="900" spc="-1" strike="noStrike">
                <a:solidFill>
                  <a:srgbClr val="191a19"/>
                </a:solidFill>
                <a:latin typeface="Malgun Gothic"/>
                <a:ea typeface="Malgun Gothic"/>
              </a:rPr>
              <a:t> </a:t>
            </a:r>
            <a:r>
              <a:rPr b="0" lang="en-US" sz="900" spc="-1" strike="noStrike">
                <a:solidFill>
                  <a:srgbClr val="191a19"/>
                </a:solidFill>
                <a:latin typeface="Malgun Gothic"/>
                <a:ea typeface="Malgun Gothic"/>
              </a:rPr>
              <a:t>- OWASP Top 10, DB </a:t>
            </a:r>
            <a:r>
              <a:rPr b="0" lang="ko-KR" sz="900" spc="-1" strike="noStrike">
                <a:solidFill>
                  <a:srgbClr val="191a19"/>
                </a:solidFill>
                <a:latin typeface="Malgun Gothic"/>
                <a:ea typeface="Malgun Gothic"/>
              </a:rPr>
              <a:t>암호화</a:t>
            </a:r>
            <a:endParaRPr b="0" lang="en-US" sz="9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345" name="Text 28"/>
          <p:cNvSpPr/>
          <p:nvPr/>
        </p:nvSpPr>
        <p:spPr>
          <a:xfrm>
            <a:off x="3471120" y="2803320"/>
            <a:ext cx="75960" cy="75960"/>
          </a:xfrm>
          <a:prstGeom prst="roundRect">
            <a:avLst>
              <a:gd name="adj" fmla="val 50000"/>
            </a:avLst>
          </a:prstGeom>
          <a:solidFill>
            <a:srgbClr val="4e9f3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8640" bIns="864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46" name="Text 29"/>
          <p:cNvSpPr/>
          <p:nvPr/>
        </p:nvSpPr>
        <p:spPr>
          <a:xfrm>
            <a:off x="3648960" y="2752560"/>
            <a:ext cx="2225520" cy="14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00" spc="-1" strike="noStrike">
                <a:solidFill>
                  <a:srgbClr val="1e5128"/>
                </a:solidFill>
                <a:latin typeface="Malgun Gothic"/>
                <a:ea typeface="Malgun Gothic"/>
              </a:rPr>
              <a:t>PC </a:t>
            </a:r>
            <a:r>
              <a:rPr b="1" lang="ko-KR" sz="900" spc="-1" strike="noStrike">
                <a:solidFill>
                  <a:srgbClr val="1e5128"/>
                </a:solidFill>
                <a:latin typeface="Malgun Gothic"/>
                <a:ea typeface="Malgun Gothic"/>
              </a:rPr>
              <a:t>보안</a:t>
            </a:r>
            <a:r>
              <a:rPr b="0" lang="en-US" sz="900" spc="-1" strike="noStrike">
                <a:solidFill>
                  <a:srgbClr val="191a19"/>
                </a:solidFill>
                <a:latin typeface="Malgun Gothic"/>
                <a:ea typeface="Malgun Gothic"/>
              </a:rPr>
              <a:t> </a:t>
            </a:r>
            <a:r>
              <a:rPr b="0" lang="en-US" sz="900" spc="-1" strike="noStrike">
                <a:solidFill>
                  <a:srgbClr val="191a19"/>
                </a:solidFill>
                <a:latin typeface="Malgun Gothic"/>
                <a:ea typeface="Malgun Gothic"/>
              </a:rPr>
              <a:t>- </a:t>
            </a:r>
            <a:r>
              <a:rPr b="0" lang="ko-KR" sz="900" spc="-1" strike="noStrike">
                <a:solidFill>
                  <a:srgbClr val="191a19"/>
                </a:solidFill>
                <a:latin typeface="Malgun Gothic"/>
                <a:ea typeface="Malgun Gothic"/>
              </a:rPr>
              <a:t>백신</a:t>
            </a:r>
            <a:r>
              <a:rPr b="0" lang="en-US" sz="900" spc="-1" strike="noStrike">
                <a:solidFill>
                  <a:srgbClr val="191a19"/>
                </a:solidFill>
                <a:latin typeface="Malgun Gothic"/>
                <a:ea typeface="Malgun Gothic"/>
              </a:rPr>
              <a:t>, DLP </a:t>
            </a:r>
            <a:r>
              <a:rPr b="0" lang="ko-KR" sz="900" spc="-1" strike="noStrike">
                <a:solidFill>
                  <a:srgbClr val="191a19"/>
                </a:solidFill>
                <a:latin typeface="Malgun Gothic"/>
                <a:ea typeface="Malgun Gothic"/>
              </a:rPr>
              <a:t>솔루션</a:t>
            </a:r>
            <a:endParaRPr b="0" lang="en-US" sz="9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347" name="Text 30"/>
          <p:cNvSpPr/>
          <p:nvPr/>
        </p:nvSpPr>
        <p:spPr>
          <a:xfrm>
            <a:off x="6053760" y="1015920"/>
            <a:ext cx="2581920" cy="2145960"/>
          </a:xfrm>
          <a:prstGeom prst="roundRect">
            <a:avLst>
              <a:gd name="adj" fmla="val 5917"/>
            </a:avLst>
          </a:prstGeom>
          <a:solidFill>
            <a:srgbClr val="f4f6f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48" name="Shape 31"/>
          <p:cNvSpPr/>
          <p:nvPr/>
        </p:nvSpPr>
        <p:spPr>
          <a:xfrm>
            <a:off x="6053400" y="1039680"/>
            <a:ext cx="2582280" cy="360"/>
          </a:xfrm>
          <a:prstGeom prst="line">
            <a:avLst/>
          </a:prstGeom>
          <a:ln w="47625">
            <a:solidFill>
              <a:srgbClr val="d8e9a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349" name="Text 32"/>
          <p:cNvSpPr/>
          <p:nvPr/>
        </p:nvSpPr>
        <p:spPr>
          <a:xfrm>
            <a:off x="6244200" y="1253880"/>
            <a:ext cx="355320" cy="355320"/>
          </a:xfrm>
          <a:prstGeom prst="roundRect">
            <a:avLst>
              <a:gd name="adj" fmla="val 21432"/>
            </a:avLst>
          </a:prstGeom>
          <a:solidFill>
            <a:srgbClr val="191a1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50" name="Text 33"/>
          <p:cNvSpPr/>
          <p:nvPr/>
        </p:nvSpPr>
        <p:spPr>
          <a:xfrm>
            <a:off x="6365520" y="1322280"/>
            <a:ext cx="123840" cy="218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rgbClr val="ffffff"/>
                </a:solidFill>
                <a:latin typeface="Malgun Gothic"/>
                <a:ea typeface="Malgun Gothic"/>
              </a:rPr>
              <a:t>R</a:t>
            </a:r>
            <a:endParaRPr b="0" lang="en-US" sz="14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351" name="Text 34"/>
          <p:cNvSpPr/>
          <p:nvPr/>
        </p:nvSpPr>
        <p:spPr>
          <a:xfrm>
            <a:off x="6726600" y="1331640"/>
            <a:ext cx="708480" cy="199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ko-KR" sz="1300" spc="-1" strike="noStrike">
                <a:solidFill>
                  <a:srgbClr val="1e5128"/>
                </a:solidFill>
                <a:latin typeface="Malgun Gothic"/>
                <a:ea typeface="Malgun Gothic"/>
              </a:rPr>
              <a:t>위험 관리</a:t>
            </a:r>
            <a:endParaRPr b="0" lang="en-US" sz="13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352" name="Text 35"/>
          <p:cNvSpPr/>
          <p:nvPr/>
        </p:nvSpPr>
        <p:spPr>
          <a:xfrm>
            <a:off x="6244200" y="1761840"/>
            <a:ext cx="2201040" cy="120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9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53" name="Text 36"/>
          <p:cNvSpPr/>
          <p:nvPr/>
        </p:nvSpPr>
        <p:spPr>
          <a:xfrm>
            <a:off x="6244200" y="1888920"/>
            <a:ext cx="75960" cy="75960"/>
          </a:xfrm>
          <a:prstGeom prst="roundRect">
            <a:avLst>
              <a:gd name="adj" fmla="val 50000"/>
            </a:avLst>
          </a:prstGeom>
          <a:solidFill>
            <a:srgbClr val="4e9f3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8640" bIns="864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54" name="Text 37"/>
          <p:cNvSpPr/>
          <p:nvPr/>
        </p:nvSpPr>
        <p:spPr>
          <a:xfrm>
            <a:off x="6421680" y="1838160"/>
            <a:ext cx="2225520" cy="14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ko-KR" sz="900" spc="-1" strike="noStrike">
                <a:solidFill>
                  <a:srgbClr val="1e5128"/>
                </a:solidFill>
                <a:latin typeface="Malgun Gothic"/>
                <a:ea typeface="Malgun Gothic"/>
              </a:rPr>
              <a:t>요구사항 변경</a:t>
            </a:r>
            <a:r>
              <a:rPr b="0" lang="en-US" sz="900" spc="-1" strike="noStrike">
                <a:solidFill>
                  <a:srgbClr val="191a19"/>
                </a:solidFill>
                <a:latin typeface="Malgun Gothic"/>
                <a:ea typeface="Malgun Gothic"/>
              </a:rPr>
              <a:t> </a:t>
            </a:r>
            <a:r>
              <a:rPr b="0" lang="en-US" sz="900" spc="-1" strike="noStrike">
                <a:solidFill>
                  <a:srgbClr val="191a19"/>
                </a:solidFill>
                <a:latin typeface="Malgun Gothic"/>
                <a:ea typeface="Malgun Gothic"/>
              </a:rPr>
              <a:t>- CCB </a:t>
            </a:r>
            <a:r>
              <a:rPr b="0" lang="ko-KR" sz="900" spc="-1" strike="noStrike">
                <a:solidFill>
                  <a:srgbClr val="191a19"/>
                </a:solidFill>
                <a:latin typeface="Malgun Gothic"/>
                <a:ea typeface="Malgun Gothic"/>
              </a:rPr>
              <a:t>통제</a:t>
            </a:r>
            <a:r>
              <a:rPr b="0" lang="en-US" sz="900" spc="-1" strike="noStrike">
                <a:solidFill>
                  <a:srgbClr val="191a19"/>
                </a:solidFill>
                <a:latin typeface="Malgun Gothic"/>
                <a:ea typeface="Malgun Gothic"/>
              </a:rPr>
              <a:t>, </a:t>
            </a:r>
            <a:r>
              <a:rPr b="0" lang="ko-KR" sz="900" spc="-1" strike="noStrike">
                <a:solidFill>
                  <a:srgbClr val="191a19"/>
                </a:solidFill>
                <a:latin typeface="Malgun Gothic"/>
                <a:ea typeface="Malgun Gothic"/>
              </a:rPr>
              <a:t>영향도 분석</a:t>
            </a:r>
            <a:endParaRPr b="0" lang="en-US" sz="9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355" name="Text 38"/>
          <p:cNvSpPr/>
          <p:nvPr/>
        </p:nvSpPr>
        <p:spPr>
          <a:xfrm>
            <a:off x="6244200" y="2193840"/>
            <a:ext cx="75960" cy="75960"/>
          </a:xfrm>
          <a:prstGeom prst="roundRect">
            <a:avLst>
              <a:gd name="adj" fmla="val 50000"/>
            </a:avLst>
          </a:prstGeom>
          <a:solidFill>
            <a:srgbClr val="4e9f3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8640" bIns="864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56" name="Text 39"/>
          <p:cNvSpPr/>
          <p:nvPr/>
        </p:nvSpPr>
        <p:spPr>
          <a:xfrm>
            <a:off x="6421680" y="2143080"/>
            <a:ext cx="2225520" cy="14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ko-KR" sz="900" spc="-1" strike="noStrike">
                <a:solidFill>
                  <a:srgbClr val="1e5128"/>
                </a:solidFill>
                <a:latin typeface="Malgun Gothic"/>
                <a:ea typeface="Malgun Gothic"/>
              </a:rPr>
              <a:t>일정 지연</a:t>
            </a:r>
            <a:r>
              <a:rPr b="0" lang="en-US" sz="900" spc="-1" strike="noStrike">
                <a:solidFill>
                  <a:srgbClr val="191a19"/>
                </a:solidFill>
                <a:latin typeface="Malgun Gothic"/>
                <a:ea typeface="Malgun Gothic"/>
              </a:rPr>
              <a:t> </a:t>
            </a:r>
            <a:r>
              <a:rPr b="0" lang="en-US" sz="900" spc="-1" strike="noStrike">
                <a:solidFill>
                  <a:srgbClr val="191a19"/>
                </a:solidFill>
                <a:latin typeface="Malgun Gothic"/>
                <a:ea typeface="Malgun Gothic"/>
              </a:rPr>
              <a:t>- Critical Path </a:t>
            </a:r>
            <a:r>
              <a:rPr b="0" lang="ko-KR" sz="900" spc="-1" strike="noStrike">
                <a:solidFill>
                  <a:srgbClr val="191a19"/>
                </a:solidFill>
                <a:latin typeface="Malgun Gothic"/>
                <a:ea typeface="Malgun Gothic"/>
              </a:rPr>
              <a:t>모니터링</a:t>
            </a:r>
            <a:endParaRPr b="0" lang="en-US" sz="9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357" name="Text 40"/>
          <p:cNvSpPr/>
          <p:nvPr/>
        </p:nvSpPr>
        <p:spPr>
          <a:xfrm>
            <a:off x="6244200" y="2498400"/>
            <a:ext cx="75960" cy="75960"/>
          </a:xfrm>
          <a:prstGeom prst="roundRect">
            <a:avLst>
              <a:gd name="adj" fmla="val 50000"/>
            </a:avLst>
          </a:prstGeom>
          <a:solidFill>
            <a:srgbClr val="4e9f3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8640" bIns="864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58" name="Text 41"/>
          <p:cNvSpPr/>
          <p:nvPr/>
        </p:nvSpPr>
        <p:spPr>
          <a:xfrm>
            <a:off x="6421680" y="2447640"/>
            <a:ext cx="2225520" cy="14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ko-KR" sz="900" spc="-1" strike="noStrike">
                <a:solidFill>
                  <a:srgbClr val="1e5128"/>
                </a:solidFill>
                <a:latin typeface="Malgun Gothic"/>
                <a:ea typeface="Malgun Gothic"/>
              </a:rPr>
              <a:t>기술 난제</a:t>
            </a:r>
            <a:r>
              <a:rPr b="0" lang="en-US" sz="900" spc="-1" strike="noStrike">
                <a:solidFill>
                  <a:srgbClr val="191a19"/>
                </a:solidFill>
                <a:latin typeface="Malgun Gothic"/>
                <a:ea typeface="Malgun Gothic"/>
              </a:rPr>
              <a:t> </a:t>
            </a:r>
            <a:r>
              <a:rPr b="0" lang="en-US" sz="900" spc="-1" strike="noStrike">
                <a:solidFill>
                  <a:srgbClr val="191a19"/>
                </a:solidFill>
                <a:latin typeface="Malgun Gothic"/>
                <a:ea typeface="Malgun Gothic"/>
              </a:rPr>
              <a:t>- PoC </a:t>
            </a:r>
            <a:r>
              <a:rPr b="0" lang="ko-KR" sz="900" spc="-1" strike="noStrike">
                <a:solidFill>
                  <a:srgbClr val="191a19"/>
                </a:solidFill>
                <a:latin typeface="Malgun Gothic"/>
                <a:ea typeface="Malgun Gothic"/>
              </a:rPr>
              <a:t>선행</a:t>
            </a:r>
            <a:r>
              <a:rPr b="0" lang="en-US" sz="900" spc="-1" strike="noStrike">
                <a:solidFill>
                  <a:srgbClr val="191a19"/>
                </a:solidFill>
                <a:latin typeface="Malgun Gothic"/>
                <a:ea typeface="Malgun Gothic"/>
              </a:rPr>
              <a:t>, </a:t>
            </a:r>
            <a:r>
              <a:rPr b="0" lang="ko-KR" sz="900" spc="-1" strike="noStrike">
                <a:solidFill>
                  <a:srgbClr val="191a19"/>
                </a:solidFill>
                <a:latin typeface="Malgun Gothic"/>
                <a:ea typeface="Malgun Gothic"/>
              </a:rPr>
              <a:t>전문가 자문</a:t>
            </a:r>
            <a:endParaRPr b="0" lang="en-US" sz="900" spc="-1" strike="noStrike">
              <a:solidFill>
                <a:srgbClr val="000000"/>
              </a:solidFill>
              <a:latin typeface="Noto Sans CJK KR"/>
            </a:endParaRPr>
          </a:p>
        </p:txBody>
      </p:sp>
      <p:sp>
        <p:nvSpPr>
          <p:cNvPr id="359" name="Text 42"/>
          <p:cNvSpPr/>
          <p:nvPr/>
        </p:nvSpPr>
        <p:spPr>
          <a:xfrm>
            <a:off x="6244200" y="2803320"/>
            <a:ext cx="75960" cy="75960"/>
          </a:xfrm>
          <a:prstGeom prst="roundRect">
            <a:avLst>
              <a:gd name="adj" fmla="val 50000"/>
            </a:avLst>
          </a:prstGeom>
          <a:solidFill>
            <a:srgbClr val="4e9f3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8640" bIns="864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60" name="Text 43"/>
          <p:cNvSpPr/>
          <p:nvPr/>
        </p:nvSpPr>
        <p:spPr>
          <a:xfrm>
            <a:off x="6421680" y="2752560"/>
            <a:ext cx="2225520" cy="14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ko-KR" sz="900" spc="-1" strike="noStrike">
                <a:solidFill>
                  <a:srgbClr val="1e5128"/>
                </a:solidFill>
                <a:latin typeface="Malgun Gothic"/>
                <a:ea typeface="Malgun Gothic"/>
              </a:rPr>
              <a:t>인력 이탈</a:t>
            </a:r>
            <a:r>
              <a:rPr b="0" lang="en-US" sz="900" spc="-1" strike="noStrike">
                <a:solidFill>
                  <a:srgbClr val="191a19"/>
                </a:solidFill>
                <a:latin typeface="Malgun Gothic"/>
                <a:ea typeface="Malgun Gothic"/>
              </a:rPr>
              <a:t> </a:t>
            </a:r>
            <a:r>
              <a:rPr b="0" lang="en-US" sz="900" spc="-1" strike="noStrike">
                <a:solidFill>
                  <a:srgbClr val="191a19"/>
                </a:solidFill>
                <a:latin typeface="Malgun Gothic"/>
                <a:ea typeface="Malgun Gothic"/>
              </a:rPr>
              <a:t>- </a:t>
            </a:r>
            <a:r>
              <a:rPr b="0" lang="ko-KR" sz="900" spc="-1" strike="noStrike">
                <a:solidFill>
                  <a:srgbClr val="191a19"/>
                </a:solidFill>
                <a:latin typeface="Malgun Gothic"/>
                <a:ea typeface="Malgun Gothic"/>
              </a:rPr>
              <a:t>대체 인력 풀</a:t>
            </a:r>
            <a:r>
              <a:rPr b="0" lang="en-US" sz="900" spc="-1" strike="noStrike">
                <a:solidFill>
                  <a:srgbClr val="191a19"/>
                </a:solidFill>
                <a:latin typeface="Malgun Gothic"/>
                <a:ea typeface="Malgun Gothic"/>
              </a:rPr>
              <a:t>, </a:t>
            </a:r>
            <a:r>
              <a:rPr b="0" lang="ko-KR" sz="900" spc="-1" strike="noStrike">
                <a:solidFill>
                  <a:srgbClr val="191a19"/>
                </a:solidFill>
                <a:latin typeface="Malgun Gothic"/>
                <a:ea typeface="Malgun Gothic"/>
              </a:rPr>
              <a:t>문서화</a:t>
            </a:r>
            <a:endParaRPr b="0" lang="en-US" sz="900" spc="-1" strike="noStrike">
              <a:solidFill>
                <a:srgbClr val="000000"/>
              </a:solidFill>
              <a:latin typeface="Noto Sans CJK KR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e51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" name="Text 0"/>
          <p:cNvSpPr/>
          <p:nvPr/>
        </p:nvSpPr>
        <p:spPr>
          <a:xfrm>
            <a:off x="0" y="0"/>
            <a:ext cx="1523520" cy="1523520"/>
          </a:xfrm>
          <a:prstGeom prst="rect">
            <a:avLst/>
          </a:prstGeom>
          <a:solidFill>
            <a:srgbClr val="ffffff">
              <a:alpha val="1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62" name="Text 1"/>
          <p:cNvSpPr/>
          <p:nvPr/>
        </p:nvSpPr>
        <p:spPr>
          <a:xfrm>
            <a:off x="6858000" y="2857680"/>
            <a:ext cx="2285640" cy="2285640"/>
          </a:xfrm>
          <a:prstGeom prst="roundRect">
            <a:avLst>
              <a:gd name="adj" fmla="val 100000"/>
            </a:avLst>
          </a:prstGeom>
          <a:solidFill>
            <a:srgbClr val="ffffff">
              <a:alpha val="1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63" name="Text 2"/>
          <p:cNvSpPr/>
          <p:nvPr/>
        </p:nvSpPr>
        <p:spPr>
          <a:xfrm>
            <a:off x="380880" y="1778040"/>
            <a:ext cx="8381520" cy="73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 defTabSz="914400">
              <a:lnSpc>
                <a:spcPct val="100000"/>
              </a:lnSpc>
              <a:spcAft>
                <a:spcPts val="2001"/>
              </a:spcAft>
              <a:tabLst>
                <a:tab algn="l" pos="0"/>
              </a:tabLst>
            </a:pPr>
            <a:r>
              <a:rPr b="1" lang="ko-KR" sz="4800" spc="-1" strike="noStrike">
                <a:solidFill>
                  <a:srgbClr val="ffffff"/>
                </a:solidFill>
                <a:latin typeface="Malgun Gothic"/>
                <a:ea typeface="Malgun Gothic"/>
              </a:rPr>
              <a:t>감사합니다</a:t>
            </a:r>
            <a:endParaRPr b="0" lang="en-US" sz="4800" spc="-1" strike="noStrike">
              <a:solidFill>
                <a:srgbClr val="ffffff"/>
              </a:solidFill>
              <a:latin typeface="Noto Sans CJK KR"/>
            </a:endParaRPr>
          </a:p>
        </p:txBody>
      </p:sp>
      <p:sp>
        <p:nvSpPr>
          <p:cNvPr id="364" name="Text 3"/>
          <p:cNvSpPr/>
          <p:nvPr/>
        </p:nvSpPr>
        <p:spPr>
          <a:xfrm>
            <a:off x="380880" y="2793960"/>
            <a:ext cx="8381520" cy="237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600" spc="-1" strike="noStrike">
                <a:solidFill>
                  <a:srgbClr val="d8e9a8"/>
                </a:solidFill>
                <a:latin typeface="Malgun Gothic"/>
                <a:ea typeface="Malgun Gothic"/>
              </a:rPr>
              <a:t>Q&amp;A</a:t>
            </a:r>
            <a:endParaRPr b="0" lang="en-US" sz="1600" spc="-1" strike="noStrike">
              <a:solidFill>
                <a:srgbClr val="ffffff"/>
              </a:solidFill>
              <a:latin typeface="Noto Sans CJK KR"/>
            </a:endParaRPr>
          </a:p>
        </p:txBody>
      </p:sp>
      <p:sp>
        <p:nvSpPr>
          <p:cNvPr id="365" name="Text 4"/>
          <p:cNvSpPr/>
          <p:nvPr/>
        </p:nvSpPr>
        <p:spPr>
          <a:xfrm>
            <a:off x="3591720" y="3473640"/>
            <a:ext cx="1959840" cy="907560"/>
          </a:xfrm>
          <a:prstGeom prst="roundRect">
            <a:avLst>
              <a:gd name="adj" fmla="val 13989"/>
            </a:avLst>
          </a:prstGeom>
          <a:solidFill>
            <a:srgbClr val="ffffff">
              <a:alpha val="15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66" name="Text 5"/>
          <p:cNvSpPr/>
          <p:nvPr/>
        </p:nvSpPr>
        <p:spPr>
          <a:xfrm>
            <a:off x="4052520" y="3664080"/>
            <a:ext cx="1038240" cy="218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 defTabSz="914400">
              <a:lnSpc>
                <a:spcPct val="100000"/>
              </a:lnSpc>
              <a:spcAft>
                <a:spcPts val="499"/>
              </a:spcAft>
              <a:tabLst>
                <a:tab algn="l" pos="0"/>
              </a:tabLst>
            </a:pPr>
            <a:r>
              <a:rPr b="1" lang="en-US" sz="1400" spc="-1" strike="noStrike">
                <a:solidFill>
                  <a:srgbClr val="ffffff"/>
                </a:solidFill>
                <a:latin typeface="Malgun Gothic"/>
                <a:ea typeface="Malgun Gothic"/>
              </a:rPr>
              <a:t>PM </a:t>
            </a:r>
            <a:r>
              <a:rPr b="1" lang="ko-KR" sz="1400" spc="-1" strike="noStrike">
                <a:solidFill>
                  <a:srgbClr val="ffffff"/>
                </a:solidFill>
                <a:latin typeface="Malgun Gothic"/>
                <a:ea typeface="Malgun Gothic"/>
              </a:rPr>
              <a:t>김철수</a:t>
            </a:r>
            <a:endParaRPr b="0" lang="en-US" sz="1400" spc="-1" strike="noStrike">
              <a:solidFill>
                <a:srgbClr val="ffffff"/>
              </a:solidFill>
              <a:latin typeface="Noto Sans CJK KR"/>
            </a:endParaRPr>
          </a:p>
        </p:txBody>
      </p:sp>
      <p:sp>
        <p:nvSpPr>
          <p:cNvPr id="367" name="Text 6"/>
          <p:cNvSpPr/>
          <p:nvPr/>
        </p:nvSpPr>
        <p:spPr>
          <a:xfrm>
            <a:off x="4052520" y="3946680"/>
            <a:ext cx="1038240" cy="180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 defTabSz="914400">
              <a:lnSpc>
                <a:spcPct val="100000"/>
              </a:lnSpc>
              <a:spcAft>
                <a:spcPts val="499"/>
              </a:spcAft>
              <a:tabLst>
                <a:tab algn="l" pos="0"/>
              </a:tabLst>
            </a:pPr>
            <a:r>
              <a:rPr b="0" lang="en-US" sz="1200" spc="-1" strike="noStrike">
                <a:solidFill>
                  <a:srgbClr val="ffffff"/>
                </a:solidFill>
                <a:latin typeface="Malgun Gothic"/>
                <a:ea typeface="Malgun Gothic"/>
              </a:rPr>
              <a:t>(</a:t>
            </a:r>
            <a:r>
              <a:rPr b="0" lang="ko-KR" sz="1200" spc="-1" strike="noStrike">
                <a:solidFill>
                  <a:srgbClr val="ffffff"/>
                </a:solidFill>
                <a:latin typeface="Malgun Gothic"/>
                <a:ea typeface="Malgun Gothic"/>
              </a:rPr>
              <a:t>주</a:t>
            </a:r>
            <a:r>
              <a:rPr b="0" lang="en-US" sz="1200" spc="-1" strike="noStrike">
                <a:solidFill>
                  <a:srgbClr val="ffffff"/>
                </a:solidFill>
                <a:latin typeface="Malgun Gothic"/>
                <a:ea typeface="Malgun Gothic"/>
              </a:rPr>
              <a:t>)</a:t>
            </a:r>
            <a:r>
              <a:rPr b="0" lang="ko-KR" sz="1200" spc="-1" strike="noStrike">
                <a:solidFill>
                  <a:srgbClr val="ffffff"/>
                </a:solidFill>
                <a:latin typeface="Malgun Gothic"/>
                <a:ea typeface="Malgun Gothic"/>
              </a:rPr>
              <a:t>테크솔루션</a:t>
            </a:r>
            <a:endParaRPr b="0" lang="en-US" sz="1200" spc="-1" strike="noStrike">
              <a:solidFill>
                <a:srgbClr val="ffffff"/>
              </a:solidFill>
              <a:latin typeface="Noto Sans CJK KR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LibreOffice/24.2.7.2$Linux_X86_64 LibreOffice_project/420$Build-2</Application>
  <AppVersion>15.0000</AppVersion>
  <Words>0</Words>
  <Paragraphs>0</Paragraphs>
  <Company>PptxGenJS</Company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2026-01-09T04:58:29Z</dcterms:created>
  <dc:creator>(주)테크솔루션</dc:creator>
  <dc:description/>
  <dc:language>ko-KR</dc:language>
  <cp:lastModifiedBy>(주)테크솔루션</cp:lastModifiedBy>
  <dcterms:modified xsi:type="dcterms:W3CDTF">2026-01-09T04:58:29Z</dcterms:modified>
  <cp:revision>1</cp:revision>
  <dc:subject>PptxGenJS Presentation</dc:subject>
  <dc:title>스마트 물류관리 시스템 구축 프로젝트 수행계획서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16</vt:i4>
  </property>
  <property fmtid="{D5CDD505-2E9C-101B-9397-08002B2CF9AE}" pid="3" name="PresentationFormat">
    <vt:lpwstr>On-screen Show (16:9)</vt:lpwstr>
  </property>
  <property fmtid="{D5CDD505-2E9C-101B-9397-08002B2CF9AE}" pid="4" name="Slides">
    <vt:i4>16</vt:i4>
  </property>
</Properties>
</file>