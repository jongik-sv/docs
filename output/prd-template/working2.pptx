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9" r:id="rId2"/>
    <p:sldId id="283" r:id="rId5"/>
    <p:sldId id="284" r:id="rId14"/>
    <p:sldId id="285" r:id="rId15"/>
    <p:sldId id="286" r:id="rId16"/>
    <p:sldId id="287" r:id="rId17"/>
    <p:sldId id="288" r:id="rId18"/>
    <p:sldId id="289" r:id="rId19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128" d="100"/>
          <a:sy n="128" d="100"/>
        </p:scale>
        <p:origin x="144" y="246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01-08(Thu)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01-08(Thu)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873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7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3.bin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4.bin"/><Relationship Id="rId7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6.bin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5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111250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</a:t>
            </a:r>
            <a:r>
              <a:rPr lang="ko-KR" altLang="en-US" dirty="0" smtClean="0"/>
              <a:t>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콘텐츠 사용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sz="quarter" idx="20"/>
          </p:nvPr>
        </p:nvSpPr>
        <p:spPr>
          <a:xfrm>
            <a:off x="270064" y="1514007"/>
            <a:ext cx="9357889" cy="491695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822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2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5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7.bin"/><Relationship Id="rId6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5996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1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1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35013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7831</TotalTime>
  <Words>49</Words>
  <Application>Microsoft Office PowerPoint</Application>
  <PresentationFormat>A4 용지(210x297mm)</PresentationFormat>
  <Paragraphs>25</Paragraphs>
  <Slides>5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장종익</cp:lastModifiedBy>
  <cp:revision>304</cp:revision>
  <cp:lastPrinted>2025-07-23T03:28:55Z</cp:lastPrinted>
  <dcterms:created xsi:type="dcterms:W3CDTF">2019-03-13T02:13:57Z</dcterms:created>
  <dcterms:modified xsi:type="dcterms:W3CDTF">2026-01-08T13:06:00Z</dcterms:modified>
</cp:coreProperties>
</file>