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128" d="100"/>
          <a:sy n="128" d="100"/>
        </p:scale>
        <p:origin x="144" y="246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01-08(Thu)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01-08(Thu)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5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111250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</a:t>
            </a:r>
            <a:r>
              <a:rPr lang="ko-KR" altLang="en-US" dirty="0" smtClean="0"/>
              <a:t>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콘텐츠 사용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sz="quarter" idx="20"/>
          </p:nvPr>
        </p:nvSpPr>
        <p:spPr>
          <a:xfrm>
            <a:off x="270064" y="1514007"/>
            <a:ext cx="9357889" cy="49169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822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5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PRD v4.9 팀 설명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Skills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 비전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Claude Code 환경에서 전문 디자이너 수준의 PPT 자동 생성</a:t>
            </a:r>
          </a:p>
          <a:p>
            <a:pPr/>
            <a:r>
              <a:t>2개 스킬 + 1 앱 구조</a:t>
            </a:r>
          </a:p>
          <a:p>
            <a:pPr/>
            <a:r>
              <a:t>ppt-extract (추출) + ppt-gen (생성) + ppt-manager (관리)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타겟 사용자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Primary: 기업/비즈니스 사용자 (제안서, 보고서, 사업계획서)</a:t>
            </a:r>
          </a:p>
          <a:p>
            <a:pPr/>
            <a:r>
              <a:t>Secondary: 컨설턴트, 스타트업, 프로젝트 매니저</a:t>
            </a:r>
          </a:p>
          <a:p>
            <a:pPr/>
            <a:r>
              <a:t>Tertiary: 디자이너 (템플릿 추출/관리)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2개 스킬 + 1 앱 구조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ppt-extract: 템플릿/에셋 추출 (파이프라인 외부)</a:t>
            </a:r>
          </a:p>
          <a:p>
            <a:pPr/>
            <a:r>
              <a:t>ppt-gen: PPT 생성 (5단계 파이프라인)</a:t>
            </a:r>
          </a:p>
          <a:p>
            <a:pPr/>
            <a:r>
              <a:t>ppt-manager: 관리 앱 (Electron)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ppt-extract 워크플로우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content-extract: PPTX/이미지 → 콘텐츠 YAML</a:t>
            </a:r>
          </a:p>
          <a:p>
            <a:pPr/>
            <a:r>
              <a:t>document-extract: PPTX → 문서 템플릿 + OOXML</a:t>
            </a:r>
          </a:p>
          <a:p>
            <a:pPr/>
            <a:r>
              <a:t>style-extract: 이미지 → 테마 YAML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ppt-gen 워크플로우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html2pptx: 새 PPT 생성 (5단계 파이프라인)</a:t>
            </a:r>
          </a:p>
          <a:p>
            <a:pPr/>
            <a:r>
              <a:t>template: 템플릿 기반 생성</a:t>
            </a:r>
          </a:p>
          <a:p>
            <a:pPr/>
            <a:r>
              <a:t>ooxml: 기존 PPT 수정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5단계 생성 파이프라인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1. Setup: 테마/양식 선택</a:t>
            </a:r>
          </a:p>
          <a:p>
            <a:pPr/>
            <a:r>
              <a:t>2. Outline: 슬라이드 구성</a:t>
            </a:r>
          </a:p>
          <a:p>
            <a:pPr/>
            <a:r>
              <a:t>3. Matching: 템플릿 매칭</a:t>
            </a:r>
          </a:p>
          <a:p>
            <a:pPr/>
            <a:r>
              <a:t>4. Content: HTML 생성</a:t>
            </a:r>
          </a:p>
          <a:p>
            <a:pPr/>
            <a:r>
              <a:t>5. Generation: PPTX 변환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템플릿 시스템 v4.0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/>
            <a:r>
              <a:t>themes/: 색상/폰트 정의 (4개)</a:t>
            </a:r>
          </a:p>
          <a:p>
            <a:pPr/>
            <a:r>
              <a:t>contents/: 슬라이드 레이아웃 패턴 (40개+)</a:t>
            </a:r>
          </a:p>
          <a:p>
            <a:pPr/>
            <a:r>
              <a:t>documents/: 회사별 양식 (OOXML 포함)</a:t>
            </a:r>
          </a:p>
          <a:p>
            <a:pPr/>
            <a:r>
              <a:t>assets/: 아이콘, 이미지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7831</TotalTime>
  <Words>49</Words>
  <Application>Microsoft Office PowerPoint</Application>
  <PresentationFormat>A4 용지(210x297mm)</PresentationFormat>
  <Paragraphs>25</Paragraphs>
  <Slides>5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장종익</cp:lastModifiedBy>
  <cp:revision>304</cp:revision>
  <cp:lastPrinted>2025-07-23T03:28:55Z</cp:lastPrinted>
  <dcterms:created xsi:type="dcterms:W3CDTF">2019-03-13T02:13:57Z</dcterms:created>
  <dcterms:modified xsi:type="dcterms:W3CDTF">2026-01-08T13:06:00Z</dcterms:modified>
</cp:coreProperties>
</file>