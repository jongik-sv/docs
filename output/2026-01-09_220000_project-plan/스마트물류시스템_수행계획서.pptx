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41500" y="1549450"/>
            <a:ext cx="64608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873609" y="2311450"/>
            <a:ext cx="13967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수행계획서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486985" y="3152775"/>
            <a:ext cx="12001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1BFB4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발주기관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86985" y="3374975"/>
            <a:ext cx="12001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(주)글로벌물류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85994" y="3152775"/>
            <a:ext cx="12001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1BFB4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85994" y="3374975"/>
            <a:ext cx="12001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(주)테크솔루션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96419" y="3152775"/>
            <a:ext cx="94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1BFB4">
                    <a:alpha val="8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96419" y="3374975"/>
            <a:ext cx="9490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2025-01-06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8094" y="4667250"/>
            <a:ext cx="17024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PRJ-2025-001 | 착수보고회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7823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66522" y="595313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339751"/>
            <a:ext cx="2438400" cy="2287786"/>
          </a:xfrm>
          <a:prstGeom prst="roundRect">
            <a:avLst>
              <a:gd name="adj" fmla="val 444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1339751"/>
            <a:ext cx="0" cy="2287786"/>
          </a:xfrm>
          <a:prstGeom prst="line">
            <a:avLst/>
          </a:prstGeom>
          <a:noFill/>
          <a:ln w="47625">
            <a:solidFill>
              <a:srgbClr val="479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126" y="1593652"/>
            <a:ext cx="20712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1126" y="2228552"/>
            <a:ext cx="20712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1126" y="2619077"/>
            <a:ext cx="2071271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정보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및 목표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52800" y="1339751"/>
            <a:ext cx="2438400" cy="2287786"/>
          </a:xfrm>
          <a:prstGeom prst="roundRect">
            <a:avLst>
              <a:gd name="adj" fmla="val 444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76612" y="1339751"/>
            <a:ext cx="0" cy="2287786"/>
          </a:xfrm>
          <a:prstGeom prst="line">
            <a:avLst/>
          </a:prstGeom>
          <a:noFill/>
          <a:ln w="47625">
            <a:solidFill>
              <a:srgbClr val="225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4326" y="1593652"/>
            <a:ext cx="20712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225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4326" y="2228552"/>
            <a:ext cx="20712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4326" y="2619077"/>
            <a:ext cx="2071271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/ TMS / OMS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0" y="1339751"/>
            <a:ext cx="2438400" cy="2287786"/>
          </a:xfrm>
          <a:prstGeom prst="roundRect">
            <a:avLst>
              <a:gd name="adj" fmla="val 444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19813" y="1339751"/>
            <a:ext cx="0" cy="2287786"/>
          </a:xfrm>
          <a:prstGeom prst="line">
            <a:avLst/>
          </a:prstGeom>
          <a:noFill/>
          <a:ln w="47625">
            <a:solidFill>
              <a:srgbClr val="1533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7526" y="1593652"/>
            <a:ext cx="20712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97526" y="2228552"/>
            <a:ext cx="20712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97526" y="2619077"/>
            <a:ext cx="2071271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전략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방법론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270057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및 목표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61975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171575"/>
            <a:ext cx="3512790" cy="593527"/>
          </a:xfrm>
          <a:prstGeom prst="roundRect">
            <a:avLst>
              <a:gd name="adj" fmla="val 17118"/>
            </a:avLst>
          </a:prstGeom>
          <a:solidFill>
            <a:srgbClr val="859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251" y="1349276"/>
            <a:ext cx="33054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(AS-IS)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765102"/>
            <a:ext cx="3512790" cy="2286000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3501" y="206975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859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17402" y="2019002"/>
            <a:ext cx="2432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 이상 운영된 레거시 시스템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3501" y="244747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859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7402" y="2396728"/>
            <a:ext cx="2247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물동량 증가로 처리 속도 저하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3501" y="28252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859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17402" y="2774454"/>
            <a:ext cx="16855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재고 파악 불가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3501" y="320293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859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7402" y="3152180"/>
            <a:ext cx="1517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시스템 연동 한계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27190" y="2406551"/>
            <a:ext cx="3185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1610" y="1171575"/>
            <a:ext cx="3512790" cy="593527"/>
          </a:xfrm>
          <a:prstGeom prst="roundRect">
            <a:avLst>
              <a:gd name="adj" fmla="val 17118"/>
            </a:avLst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25261" y="1349276"/>
            <a:ext cx="33054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(TO-BE)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1610" y="1765102"/>
            <a:ext cx="3512790" cy="2286000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75511" y="206975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9411" y="2019002"/>
            <a:ext cx="15059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물류 최적화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75511" y="244747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29411" y="2396728"/>
            <a:ext cx="16930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재고/배송 추적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75511" y="28252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29411" y="2774454"/>
            <a:ext cx="2020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 확장성 확보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75511" y="320293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29411" y="3152180"/>
            <a:ext cx="1794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모니터링 대시보드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4589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61975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7450" y="1273076"/>
            <a:ext cx="2286000" cy="1841302"/>
          </a:xfrm>
          <a:prstGeom prst="roundRect">
            <a:avLst>
              <a:gd name="adj" fmla="val 827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440" y="1628626"/>
            <a:ext cx="1956018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440" y="2539752"/>
            <a:ext cx="19560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처리 효율 향상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273076"/>
            <a:ext cx="2286000" cy="1841302"/>
          </a:xfrm>
          <a:prstGeom prst="roundRect">
            <a:avLst>
              <a:gd name="adj" fmla="val 827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93991" y="1628626"/>
            <a:ext cx="1956018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225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93991" y="2539752"/>
            <a:ext cx="19560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정확도 달성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70550" y="1273076"/>
            <a:ext cx="2286000" cy="1841302"/>
          </a:xfrm>
          <a:prstGeom prst="roundRect">
            <a:avLst>
              <a:gd name="adj" fmla="val 827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35541" y="1628626"/>
            <a:ext cx="1956018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35541" y="2539752"/>
            <a:ext cx="19560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 절감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4660" y="1809750"/>
            <a:ext cx="194324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12750" y="1938337"/>
            <a:ext cx="2691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2290763"/>
            <a:ext cx="26914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범위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750" y="3154263"/>
            <a:ext cx="762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4660" y="1809750"/>
            <a:ext cx="194324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12750" y="1938337"/>
            <a:ext cx="2188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2290763"/>
            <a:ext cx="21884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750" y="3154263"/>
            <a:ext cx="762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17942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11076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019026"/>
            <a:ext cx="871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Agile-Waterfall 하이브리드 방법론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422202"/>
            <a:ext cx="2523083" cy="1501527"/>
          </a:xfrm>
          <a:prstGeom prst="roundRect">
            <a:avLst>
              <a:gd name="adj" fmla="val 6766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1599902"/>
            <a:ext cx="238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7301" y="2114252"/>
            <a:ext cx="2384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7301" y="2384078"/>
            <a:ext cx="238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(2-3월)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7301" y="2593628"/>
            <a:ext cx="238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요구사항정의서, 현행분석서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10384" y="1422202"/>
            <a:ext cx="2523083" cy="1501527"/>
          </a:xfrm>
          <a:prstGeom prst="roundRect">
            <a:avLst>
              <a:gd name="adj" fmla="val 6766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8085" y="1599902"/>
            <a:ext cx="238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43A3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88085" y="2114252"/>
            <a:ext cx="2384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88085" y="2384078"/>
            <a:ext cx="238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(4-5월)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88085" y="2593628"/>
            <a:ext cx="238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아키텍처/화면/DB 설계서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11168" y="1422202"/>
            <a:ext cx="2523232" cy="1501527"/>
          </a:xfrm>
          <a:prstGeom prst="roundRect">
            <a:avLst>
              <a:gd name="adj" fmla="val 6766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8869" y="1599902"/>
            <a:ext cx="238461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225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88869" y="2114252"/>
            <a:ext cx="23846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8869" y="2384078"/>
            <a:ext cx="2384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 (6-9월)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8869" y="2593628"/>
            <a:ext cx="23846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소스코드, 단위테스트결과서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600" y="3101429"/>
            <a:ext cx="2523083" cy="1501527"/>
          </a:xfrm>
          <a:prstGeom prst="roundRect">
            <a:avLst>
              <a:gd name="adj" fmla="val 6766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7301" y="3279130"/>
            <a:ext cx="238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67B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87301" y="3793480"/>
            <a:ext cx="2384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7301" y="4063305"/>
            <a:ext cx="238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(10-11월)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7301" y="4272855"/>
            <a:ext cx="238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통합/성능/인수 테스트결과서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384" y="3101429"/>
            <a:ext cx="2523083" cy="1501527"/>
          </a:xfrm>
          <a:prstGeom prst="roundRect">
            <a:avLst>
              <a:gd name="adj" fmla="val 6766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88085" y="3279130"/>
            <a:ext cx="238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488085" y="3793480"/>
            <a:ext cx="2384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88085" y="4063305"/>
            <a:ext cx="238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(11월)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88085" y="4272855"/>
            <a:ext cx="238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이행계획서, 운영자매뉴얼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11168" y="3101429"/>
            <a:ext cx="2523232" cy="1501527"/>
          </a:xfrm>
          <a:prstGeom prst="roundRect">
            <a:avLst>
              <a:gd name="adj" fmla="val 6766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88869" y="3279130"/>
            <a:ext cx="238461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88869" y="3793480"/>
            <a:ext cx="23846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88869" y="4063305"/>
            <a:ext cx="2384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(12월)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8869" y="4272855"/>
            <a:ext cx="23846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완료보고서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212955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61975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120676"/>
            <a:ext cx="2523083" cy="1158776"/>
          </a:xfrm>
          <a:prstGeom prst="roundRect">
            <a:avLst>
              <a:gd name="adj" fmla="val 8768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1120676"/>
            <a:ext cx="0" cy="1158776"/>
          </a:xfrm>
          <a:prstGeom prst="line">
            <a:avLst/>
          </a:prstGeom>
          <a:noFill/>
          <a:ln w="47625">
            <a:solidFill>
              <a:srgbClr val="479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0375" y="1323826"/>
            <a:ext cx="2276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0375" y="1590526"/>
            <a:ext cx="22760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Vue.js 3, TypeScript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0375" y="1904851"/>
            <a:ext cx="22760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 구조, 반응형 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10384" y="1120676"/>
            <a:ext cx="2523083" cy="1158776"/>
          </a:xfrm>
          <a:prstGeom prst="roundRect">
            <a:avLst>
              <a:gd name="adj" fmla="val 8768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4196" y="1120676"/>
            <a:ext cx="0" cy="1158776"/>
          </a:xfrm>
          <a:prstGeom prst="line">
            <a:avLst/>
          </a:prstGeom>
          <a:noFill/>
          <a:ln w="47625">
            <a:solidFill>
              <a:srgbClr val="225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1159" y="1323826"/>
            <a:ext cx="2276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1159" y="1590526"/>
            <a:ext cx="22760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3.2, Java 17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1159" y="1904851"/>
            <a:ext cx="22760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구조, REST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11168" y="1120676"/>
            <a:ext cx="2523232" cy="1158776"/>
          </a:xfrm>
          <a:prstGeom prst="roundRect">
            <a:avLst>
              <a:gd name="adj" fmla="val 8768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4980" y="1120676"/>
            <a:ext cx="0" cy="1158776"/>
          </a:xfrm>
          <a:prstGeom prst="line">
            <a:avLst/>
          </a:prstGeom>
          <a:noFill/>
          <a:ln w="47625">
            <a:solidFill>
              <a:srgbClr val="67B7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1943" y="1323826"/>
            <a:ext cx="22762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1943" y="1590526"/>
            <a:ext cx="22762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16, Redis 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1943" y="1904851"/>
            <a:ext cx="22762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RDBMS + In-Memory Cache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600" y="2457152"/>
            <a:ext cx="5223867" cy="1396901"/>
          </a:xfrm>
          <a:prstGeom prst="roundRect">
            <a:avLst>
              <a:gd name="adj" fmla="val 7273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33412" y="2457152"/>
            <a:ext cx="0" cy="1396901"/>
          </a:xfrm>
          <a:prstGeom prst="line">
            <a:avLst/>
          </a:prstGeom>
          <a:noFill/>
          <a:ln w="47625">
            <a:solidFill>
              <a:srgbClr val="1533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0375" y="2660303"/>
            <a:ext cx="52469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0375" y="2927003"/>
            <a:ext cx="52469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(EKS, RDS, S3, CloudFront)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0375" y="3241328"/>
            <a:ext cx="5246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네이티브, 컨테이너 기반 배포, Auto Scaling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1168" y="2457152"/>
            <a:ext cx="2523232" cy="1396901"/>
          </a:xfrm>
          <a:prstGeom prst="roundRect">
            <a:avLst>
              <a:gd name="adj" fmla="val 7273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34980" y="2457152"/>
            <a:ext cx="0" cy="1396901"/>
          </a:xfrm>
          <a:prstGeom prst="line">
            <a:avLst/>
          </a:prstGeom>
          <a:noFill/>
          <a:ln w="47625">
            <a:solidFill>
              <a:srgbClr val="43A3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1943" y="2660303"/>
            <a:ext cx="22762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1943" y="2927003"/>
            <a:ext cx="227623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3.11, TensorFlow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1943" y="3479453"/>
            <a:ext cx="22762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수요예측, 경로최적화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4660" y="1809750"/>
            <a:ext cx="194324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FFFFFF">
                    <a:alpha val="1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12750" y="1938337"/>
            <a:ext cx="31943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2290763"/>
            <a:ext cx="319432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관리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750" y="3154263"/>
            <a:ext cx="762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212955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조직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61975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069925"/>
            <a:ext cx="871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8명, 78MM 투입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16250" y="1447651"/>
            <a:ext cx="1650950" cy="965002"/>
          </a:xfrm>
          <a:prstGeom prst="roundRect">
            <a:avLst>
              <a:gd name="adj" fmla="val 10529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616250" y="1471464"/>
            <a:ext cx="1650950" cy="0"/>
          </a:xfrm>
          <a:prstGeom prst="line">
            <a:avLst/>
          </a:prstGeom>
          <a:noFill/>
          <a:ln w="47625">
            <a:solidFill>
              <a:srgbClr val="4793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5162" y="1622227"/>
            <a:ext cx="1313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발주기관 PM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5162" y="1844427"/>
            <a:ext cx="1313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정민호 부장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5162" y="2114252"/>
            <a:ext cx="1313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총괄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76800" y="1447651"/>
            <a:ext cx="1650950" cy="965002"/>
          </a:xfrm>
          <a:prstGeom prst="roundRect">
            <a:avLst>
              <a:gd name="adj" fmla="val 10529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76800" y="1471464"/>
            <a:ext cx="1650950" cy="0"/>
          </a:xfrm>
          <a:prstGeom prst="line">
            <a:avLst/>
          </a:prstGeom>
          <a:noFill/>
          <a:ln w="47625">
            <a:solidFill>
              <a:srgbClr val="225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5712" y="1622227"/>
            <a:ext cx="1313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수행사 PM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45712" y="1844427"/>
            <a:ext cx="1313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김철수 차장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45712" y="2114252"/>
            <a:ext cx="1313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총괄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9350" y="2539603"/>
            <a:ext cx="25301" cy="15240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24235" y="2818954"/>
            <a:ext cx="1276945" cy="644277"/>
          </a:xfrm>
          <a:prstGeom prst="roundRect">
            <a:avLst>
              <a:gd name="adj" fmla="val 1182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043285" y="2818954"/>
            <a:ext cx="0" cy="644277"/>
          </a:xfrm>
          <a:prstGeom prst="line">
            <a:avLst/>
          </a:prstGeom>
          <a:noFill/>
          <a:ln w="38100">
            <a:solidFill>
              <a:srgbClr val="A1BF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5864" y="2920454"/>
            <a:ext cx="971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95864" y="3142655"/>
            <a:ext cx="9717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이영희 과장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78881" y="2818954"/>
            <a:ext cx="1276945" cy="644277"/>
          </a:xfrm>
          <a:prstGeom prst="roundRect">
            <a:avLst>
              <a:gd name="adj" fmla="val 1182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497931" y="2818954"/>
            <a:ext cx="0" cy="644277"/>
          </a:xfrm>
          <a:prstGeom prst="line">
            <a:avLst/>
          </a:prstGeom>
          <a:noFill/>
          <a:ln w="38100">
            <a:solidFill>
              <a:srgbClr val="A1BF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0510" y="2920454"/>
            <a:ext cx="971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0510" y="3142655"/>
            <a:ext cx="9717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박준형 책임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3527" y="2818954"/>
            <a:ext cx="1276945" cy="644277"/>
          </a:xfrm>
          <a:prstGeom prst="roundRect">
            <a:avLst>
              <a:gd name="adj" fmla="val 1182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952577" y="2818954"/>
            <a:ext cx="0" cy="644277"/>
          </a:xfrm>
          <a:prstGeom prst="line">
            <a:avLst/>
          </a:prstGeom>
          <a:noFill/>
          <a:ln w="38100">
            <a:solidFill>
              <a:srgbClr val="A1BF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5156" y="2920454"/>
            <a:ext cx="971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리더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05156" y="3142655"/>
            <a:ext cx="9717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최수진 선임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88173" y="2818954"/>
            <a:ext cx="1276945" cy="644277"/>
          </a:xfrm>
          <a:prstGeom prst="roundRect">
            <a:avLst>
              <a:gd name="adj" fmla="val 1182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07223" y="2818954"/>
            <a:ext cx="0" cy="644277"/>
          </a:xfrm>
          <a:prstGeom prst="line">
            <a:avLst/>
          </a:prstGeom>
          <a:noFill/>
          <a:ln w="38100">
            <a:solidFill>
              <a:srgbClr val="A1BF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802" y="2920454"/>
            <a:ext cx="971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9802" y="3142655"/>
            <a:ext cx="9717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오현우 대리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42820" y="2818954"/>
            <a:ext cx="1276945" cy="644277"/>
          </a:xfrm>
          <a:prstGeom prst="roundRect">
            <a:avLst>
              <a:gd name="adj" fmla="val 11827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861870" y="2818954"/>
            <a:ext cx="0" cy="644277"/>
          </a:xfrm>
          <a:prstGeom prst="line">
            <a:avLst/>
          </a:prstGeom>
          <a:noFill/>
          <a:ln w="38100">
            <a:solidFill>
              <a:srgbClr val="A1BF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4448" y="2920454"/>
            <a:ext cx="971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14448" y="3142655"/>
            <a:ext cx="9717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한미영 대리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9600" y="3615630"/>
            <a:ext cx="7924800" cy="444401"/>
          </a:xfrm>
          <a:prstGeom prst="roundRect">
            <a:avLst>
              <a:gd name="adj" fmla="val 22862"/>
            </a:avLst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4820" y="3742581"/>
            <a:ext cx="8214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1명 (특급) + AA 1명 (특급) + PL 1명 (고급) + 개발 3명 + DBA 1명 + QA 1명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7942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일정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61975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7550" y="1870025"/>
            <a:ext cx="6908899" cy="50750"/>
          </a:xfrm>
          <a:prstGeom prst="roundRect">
            <a:avLst>
              <a:gd name="adj" fmla="val 50049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351" y="14254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79374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6351" y="1755577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6351" y="1996827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6351" y="2285702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8121" y="14254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3A375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61121" y="1755577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61121" y="1996827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61121" y="2285702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2891" y="14254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2523B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15891" y="1755577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5891" y="1996827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5891" y="2285702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97661" y="14254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67B7B5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0661" y="1755577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6-9월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0661" y="1996827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0661" y="2285702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2431" y="14254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53325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25430" y="1755577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10-11월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25430" y="1996827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25430" y="2285702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07201" y="14254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859C80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80200" y="1755577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0200" y="1996827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0200" y="2285702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212955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66522" y="561975"/>
            <a:ext cx="184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171575"/>
            <a:ext cx="2506117" cy="1088827"/>
          </a:xfrm>
          <a:prstGeom prst="roundRect">
            <a:avLst>
              <a:gd name="adj" fmla="val 933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374725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9077" y="1528614"/>
            <a:ext cx="258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3101" y="1374725"/>
            <a:ext cx="1583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01/10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73101" y="1615976"/>
            <a:ext cx="15834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착수보고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73101" y="1885801"/>
            <a:ext cx="1583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수행계획서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18867" y="1171575"/>
            <a:ext cx="2506117" cy="1088827"/>
          </a:xfrm>
          <a:prstGeom prst="roundRect">
            <a:avLst>
              <a:gd name="adj" fmla="val 933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2018" y="1374725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43A3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8344" y="1528614"/>
            <a:ext cx="258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82368" y="1374725"/>
            <a:ext cx="1583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03/31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82368" y="1615976"/>
            <a:ext cx="15834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확정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82368" y="1885801"/>
            <a:ext cx="1583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요구사항정의서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28134" y="1171575"/>
            <a:ext cx="2506266" cy="1088827"/>
          </a:xfrm>
          <a:prstGeom prst="roundRect">
            <a:avLst>
              <a:gd name="adj" fmla="val 933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31285" y="1374725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67611" y="1528614"/>
            <a:ext cx="258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1635" y="1374725"/>
            <a:ext cx="15835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05/31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91635" y="1615976"/>
            <a:ext cx="15835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완료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1635" y="1885801"/>
            <a:ext cx="15835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 일체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9600" y="2463552"/>
            <a:ext cx="2506117" cy="1088827"/>
          </a:xfrm>
          <a:prstGeom prst="roundRect">
            <a:avLst>
              <a:gd name="adj" fmla="val 933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2750" y="266670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7B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9077" y="2820591"/>
            <a:ext cx="258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73101" y="2666702"/>
            <a:ext cx="1583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09/30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73101" y="2907953"/>
            <a:ext cx="15834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73101" y="3177778"/>
            <a:ext cx="1583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8867" y="2463552"/>
            <a:ext cx="2506117" cy="1088827"/>
          </a:xfrm>
          <a:prstGeom prst="roundRect">
            <a:avLst>
              <a:gd name="adj" fmla="val 933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22018" y="266670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58344" y="2820591"/>
            <a:ext cx="258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82368" y="2666702"/>
            <a:ext cx="1583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82368" y="2907953"/>
            <a:ext cx="15834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82368" y="3177778"/>
            <a:ext cx="15834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테스트결과서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28134" y="2463552"/>
            <a:ext cx="2506266" cy="1088827"/>
          </a:xfrm>
          <a:prstGeom prst="roundRect">
            <a:avLst>
              <a:gd name="adj" fmla="val 9331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31285" y="266670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59C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67611" y="2820591"/>
            <a:ext cx="258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91635" y="2666702"/>
            <a:ext cx="15835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5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91635" y="2907953"/>
            <a:ext cx="15835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33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오픈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91635" y="3177778"/>
            <a:ext cx="15835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오픈보고서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7172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협조 요청 사항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92076"/>
            <a:ext cx="871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성공적인 프로젝트 수행을 위해 아래 사항에 대한 협조를 부탁드립니다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320701"/>
            <a:ext cx="3873550" cy="803523"/>
          </a:xfrm>
          <a:prstGeom prst="roundRect">
            <a:avLst>
              <a:gd name="adj" fmla="val 126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98402"/>
            <a:ext cx="37579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8200" y="1733252"/>
            <a:ext cx="37579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룸 10석, 네트워크(VPN), 출입증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0850" y="1320701"/>
            <a:ext cx="3873550" cy="803523"/>
          </a:xfrm>
          <a:prstGeom prst="roundRect">
            <a:avLst>
              <a:gd name="adj" fmla="val 126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498402"/>
            <a:ext cx="37579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89450" y="1733252"/>
            <a:ext cx="37579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샘플 데이터 제공 (비식별화 필수)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301925"/>
            <a:ext cx="3873550" cy="803523"/>
          </a:xfrm>
          <a:prstGeom prst="roundRect">
            <a:avLst>
              <a:gd name="adj" fmla="val 126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200" y="2479625"/>
            <a:ext cx="37579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8200" y="2714476"/>
            <a:ext cx="37579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계정 및 권한 부여 (개발/스테이징/운영)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0850" y="2301925"/>
            <a:ext cx="3873550" cy="803523"/>
          </a:xfrm>
          <a:prstGeom prst="roundRect">
            <a:avLst>
              <a:gd name="adj" fmla="val 126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9450" y="2479625"/>
            <a:ext cx="37579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9450" y="2714476"/>
            <a:ext cx="37579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인터뷰, UAT 지원 (현업 담당자)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" y="3364111"/>
            <a:ext cx="79248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360" y="3546574"/>
            <a:ext cx="87172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4793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3360" y="4032349"/>
            <a:ext cx="871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(주)테크솔루션 | PM 김철수 | kim@techsolution.co.kr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수행계획서</dc:title>
  <dc:subject>PptxGenJS Presentation</dc:subject>
  <dc:creator>(주)테크솔루션</dc:creator>
  <cp:lastModifiedBy>(주)테크솔루션</cp:lastModifiedBy>
  <cp:revision>1</cp:revision>
  <dcterms:created xsi:type="dcterms:W3CDTF">2026-01-09T13:09:58Z</dcterms:created>
  <dcterms:modified xsi:type="dcterms:W3CDTF">2026-01-09T13:09:58Z</dcterms:modified>
</cp:coreProperties>
</file>