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put/project-plan-ppt/tmp/slide-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물류관리 시스템 구축 프로젝트 수행계획서</dc:title>
  <dc:subject>PptxGenJS Presentation</dc:subject>
  <dc:creator>(주)테크솔루션</dc:creator>
  <cp:lastModifiedBy>(주)테크솔루션</cp:lastModifiedBy>
  <cp:revision>1</cp:revision>
  <dcterms:created xsi:type="dcterms:W3CDTF">2026-01-09T02:29:34Z</dcterms:created>
  <dcterms:modified xsi:type="dcterms:W3CDTF">2026-01-09T02:29:34Z</dcterms:modified>
</cp:coreProperties>
</file>