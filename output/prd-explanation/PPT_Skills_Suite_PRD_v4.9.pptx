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0912" y="1460599"/>
            <a:ext cx="38421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 Skills Suite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50912" y="2222599"/>
            <a:ext cx="38421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PRD v4.9 팀 설명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91000" y="2908399"/>
            <a:ext cx="762000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50912" y="3200400"/>
            <a:ext cx="38421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Claude Code 환경에서 전문 디자이너 수준의 PPT 자동 생성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0912" y="3441650"/>
            <a:ext cx="38421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2026-01-09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426"/>
            <a:ext cx="9144000" cy="0"/>
          </a:xfrm>
          <a:prstGeom prst="line">
            <a:avLst/>
          </a:prstGeom>
          <a:noFill/>
          <a:ln w="19050">
            <a:solidFill>
              <a:srgbClr val="0024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28600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목차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06351"/>
            <a:ext cx="4305151" cy="593527"/>
          </a:xfrm>
          <a:prstGeom prst="roundRect">
            <a:avLst>
              <a:gd name="adj" fmla="val 855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806351"/>
            <a:ext cx="0" cy="593527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933301"/>
            <a:ext cx="40934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01. 개요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3001" y="1130052"/>
            <a:ext cx="4093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제품 비전 및 타겟 사용자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501378"/>
            <a:ext cx="4305151" cy="593527"/>
          </a:xfrm>
          <a:prstGeom prst="roundRect">
            <a:avLst>
              <a:gd name="adj" fmla="val 855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501378"/>
            <a:ext cx="0" cy="593527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1628329"/>
            <a:ext cx="40934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02. 아키텍처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3001" y="1825079"/>
            <a:ext cx="4093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2개 스킬 + 1 앱 구조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196405"/>
            <a:ext cx="4305151" cy="593527"/>
          </a:xfrm>
          <a:prstGeom prst="roundRect">
            <a:avLst>
              <a:gd name="adj" fmla="val 855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196405"/>
            <a:ext cx="0" cy="593527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001" y="2323356"/>
            <a:ext cx="40934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03. ppt-extract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3001" y="2520107"/>
            <a:ext cx="4093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템플릿/에셋 추출 스킬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891433"/>
            <a:ext cx="4305151" cy="593527"/>
          </a:xfrm>
          <a:prstGeom prst="roundRect">
            <a:avLst>
              <a:gd name="adj" fmla="val 855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2891433"/>
            <a:ext cx="0" cy="593527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001" y="3018383"/>
            <a:ext cx="40934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04. ppt-gen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3001" y="3215134"/>
            <a:ext cx="4093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 생성 스킬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3586460"/>
            <a:ext cx="4305151" cy="593527"/>
          </a:xfrm>
          <a:prstGeom prst="roundRect">
            <a:avLst>
              <a:gd name="adj" fmla="val 855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3586460"/>
            <a:ext cx="0" cy="593527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001" y="3713411"/>
            <a:ext cx="40934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05. 템플릿 시스템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3001" y="3910161"/>
            <a:ext cx="4093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v4.0 템플릿 구조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7281" y="1666875"/>
            <a:ext cx="224929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447281" y="2603450"/>
            <a:ext cx="22492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47281" y="3238351"/>
            <a:ext cx="22492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제품 비전 및 핵심 결정사항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제품 비전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8128099" cy="1037779"/>
          </a:xfrm>
          <a:prstGeom prst="roundRect">
            <a:avLst>
              <a:gd name="adj" fmla="val 979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1851" y="1095077"/>
            <a:ext cx="777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Claude Code 환경에서 전문 디자이너 수준의 PPT 자동 생성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1851" y="1434703"/>
            <a:ext cx="777270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2개 스킬 + 1 앱 구조: ppt-extract(추출) + ppt-gen(생성) + ppt-manager(관리)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2069455"/>
            <a:ext cx="2607766" cy="910530"/>
          </a:xfrm>
          <a:prstGeom prst="roundRect">
            <a:avLst>
              <a:gd name="adj" fmla="val 8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2088505"/>
            <a:ext cx="2607766" cy="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2259955"/>
            <a:ext cx="2349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아키텍처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0350" y="2507605"/>
            <a:ext cx="234902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2개 스킬 + 1 앱 분리 구조로 독립적 개발 및 유지보수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68117" y="2069455"/>
            <a:ext cx="2607766" cy="910530"/>
          </a:xfrm>
          <a:prstGeom prst="roundRect">
            <a:avLst>
              <a:gd name="adj" fmla="val 8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68117" y="2088505"/>
            <a:ext cx="2607766" cy="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0517" y="2259955"/>
            <a:ext cx="2349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기능 분류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0517" y="2507605"/>
            <a:ext cx="234902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추출 스킬(파이프라인 외부) + 생성 스킬(5단계 파이프라인)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28283" y="2069455"/>
            <a:ext cx="2607766" cy="910530"/>
          </a:xfrm>
          <a:prstGeom prst="roundRect">
            <a:avLst>
              <a:gd name="adj" fmla="val 8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28283" y="2088505"/>
            <a:ext cx="2607766" cy="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0683" y="2259955"/>
            <a:ext cx="2349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 시스템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0683" y="2507605"/>
            <a:ext cx="23490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v4.0: 테마, 콘텐츠, 오브젝트, 문서, 에셋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타겟 사용자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2582317" cy="392132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841177"/>
            <a:ext cx="0" cy="3921323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175" y="1396752"/>
            <a:ext cx="21190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기업/비즈니스 사용자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4175" y="1717328"/>
            <a:ext cx="2077492" cy="67017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제안서 작성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보고서 작성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사업계획서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80767" y="841177"/>
            <a:ext cx="2582317" cy="392132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04580" y="841177"/>
            <a:ext cx="0" cy="3921323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6992" y="1396752"/>
            <a:ext cx="21190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컨설턴트/스타트업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56992" y="1717328"/>
            <a:ext cx="2077492" cy="67017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고객 프레젠테이션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투자 IR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프로젝트 관리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53584" y="841177"/>
            <a:ext cx="2582317" cy="392132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7396" y="841177"/>
            <a:ext cx="0" cy="3921323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9809" y="1396752"/>
            <a:ext cx="21190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디자이너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29809" y="1717328"/>
            <a:ext cx="2077492" cy="67017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 추출/등록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에셋 관리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디자인 커스터마이징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349" y="1666875"/>
            <a:ext cx="173315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705349" y="2603450"/>
            <a:ext cx="17331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아키텍처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705349" y="3238351"/>
            <a:ext cx="17331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2개 스킬 + 1 앱 구조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2개 스킬 + 1 앱 구조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2607766" cy="731490"/>
          </a:xfrm>
          <a:prstGeom prst="roundRect">
            <a:avLst>
              <a:gd name="adj" fmla="val 1041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993577"/>
            <a:ext cx="2349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ppt-extract (추출 스킬)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0350" y="1260277"/>
            <a:ext cx="23490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템플릿/에셋 준비 - 파이프라인 외부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68117" y="841177"/>
            <a:ext cx="2607766" cy="731490"/>
          </a:xfrm>
          <a:prstGeom prst="roundRect">
            <a:avLst>
              <a:gd name="adj" fmla="val 10417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0517" y="993577"/>
            <a:ext cx="2349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ppt-gen (생성 스킬)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0517" y="1260277"/>
            <a:ext cx="23490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 생성 - 5단계 파이프라인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28283" y="841177"/>
            <a:ext cx="2607766" cy="731490"/>
          </a:xfrm>
          <a:prstGeom prst="roundRect">
            <a:avLst>
              <a:gd name="adj" fmla="val 10417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80683" y="993577"/>
            <a:ext cx="2349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ppt-manager (앱)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0683" y="1260277"/>
            <a:ext cx="23490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템플릿/에셋 관리 - Electron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1338" y="1763018"/>
            <a:ext cx="81613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templates/ 폴더로 연결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2254895"/>
            <a:ext cx="2607766" cy="608112"/>
          </a:xfrm>
          <a:prstGeom prst="roundRect">
            <a:avLst>
              <a:gd name="adj" fmla="val 125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7950" y="2264420"/>
            <a:ext cx="2607766" cy="0"/>
          </a:xfrm>
          <a:prstGeom prst="line">
            <a:avLst/>
          </a:prstGeom>
          <a:noFill/>
          <a:ln w="19050">
            <a:solidFill>
              <a:srgbClr val="0024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901" y="2400895"/>
            <a:ext cx="2400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추출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901" y="2604046"/>
            <a:ext cx="24009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content-extract, document-extract, style-extract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8117" y="2254895"/>
            <a:ext cx="2607766" cy="608112"/>
          </a:xfrm>
          <a:prstGeom prst="roundRect">
            <a:avLst>
              <a:gd name="adj" fmla="val 125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68117" y="2264420"/>
            <a:ext cx="2607766" cy="0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5067" y="2400895"/>
            <a:ext cx="2400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생성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95067" y="2604046"/>
            <a:ext cx="24009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html2pptx, template, ooxml, analysis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28283" y="2254895"/>
            <a:ext cx="2607766" cy="608112"/>
          </a:xfrm>
          <a:prstGeom prst="roundRect">
            <a:avLst>
              <a:gd name="adj" fmla="val 125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28283" y="2264420"/>
            <a:ext cx="2607766" cy="0"/>
          </a:xfrm>
          <a:prstGeom prst="line">
            <a:avLst/>
          </a:prstGeom>
          <a:noFill/>
          <a:ln w="19050">
            <a:solidFill>
              <a:srgbClr val="4B65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5234" y="2400895"/>
            <a:ext cx="2400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관리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5234" y="2604046"/>
            <a:ext cx="24009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목록, 미리보기, 검색, 삭제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7336" y="1666875"/>
            <a:ext cx="2189327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477336" y="2603450"/>
            <a:ext cx="21893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ppt-extract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7336" y="3238351"/>
            <a:ext cx="21893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템플릿/에셋 추출 스킬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ppt-extract 워크플로우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2582317" cy="398487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841177"/>
            <a:ext cx="0" cy="3984873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6075" y="1031677"/>
            <a:ext cx="21967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content-extract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6075" y="1349127"/>
            <a:ext cx="21967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"이 슬라이드 저장해줘"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6075" y="1593503"/>
            <a:ext cx="1026170" cy="641152"/>
          </a:xfrm>
          <a:prstGeom prst="roundRect">
            <a:avLst>
              <a:gd name="adj" fmla="val 7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576" y="1695004"/>
            <a:ext cx="839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입력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7576" y="1847404"/>
            <a:ext cx="839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PPTX, 이미지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73746" y="1593503"/>
            <a:ext cx="1026170" cy="641152"/>
          </a:xfrm>
          <a:prstGeom prst="roundRect">
            <a:avLst>
              <a:gd name="adj" fmla="val 7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75247" y="1695004"/>
            <a:ext cx="839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출력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75247" y="1847404"/>
            <a:ext cx="839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콘텐츠 YAML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오브젝트 YAML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80767" y="841177"/>
            <a:ext cx="2582317" cy="398487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04580" y="841177"/>
            <a:ext cx="0" cy="3984873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8892" y="1031677"/>
            <a:ext cx="21967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document-extract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18892" y="1349127"/>
            <a:ext cx="21967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"이 PPT를 양식으로 등록해줘"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8892" y="1593503"/>
            <a:ext cx="1026170" cy="641152"/>
          </a:xfrm>
          <a:prstGeom prst="roundRect">
            <a:avLst>
              <a:gd name="adj" fmla="val 7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20393" y="1695004"/>
            <a:ext cx="839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입력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20393" y="1847404"/>
            <a:ext cx="839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PPTX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6563" y="1593503"/>
            <a:ext cx="1026170" cy="641152"/>
          </a:xfrm>
          <a:prstGeom prst="roundRect">
            <a:avLst>
              <a:gd name="adj" fmla="val 7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8064" y="1695004"/>
            <a:ext cx="839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출력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48064" y="1847404"/>
            <a:ext cx="839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문서 템플릿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OOXML, 에셋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53584" y="841177"/>
            <a:ext cx="2582317" cy="398487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77396" y="841177"/>
            <a:ext cx="0" cy="3984873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709" y="1031677"/>
            <a:ext cx="21967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B6580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style-extract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91709" y="1349127"/>
            <a:ext cx="21967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"이 이미지 스타일로"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91709" y="1593503"/>
            <a:ext cx="1026170" cy="641152"/>
          </a:xfrm>
          <a:prstGeom prst="roundRect">
            <a:avLst>
              <a:gd name="adj" fmla="val 7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93210" y="1695004"/>
            <a:ext cx="839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입력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393210" y="1847404"/>
            <a:ext cx="839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이미지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19380" y="1593503"/>
            <a:ext cx="1026170" cy="641152"/>
          </a:xfrm>
          <a:prstGeom prst="roundRect">
            <a:avLst>
              <a:gd name="adj" fmla="val 7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20880" y="1695004"/>
            <a:ext cx="839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출력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20880" y="1847404"/>
            <a:ext cx="839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테마 YAML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(색상/폰트)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7473" y="1666875"/>
            <a:ext cx="1569053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787473" y="2603450"/>
            <a:ext cx="156905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ppt-gen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787473" y="3238351"/>
            <a:ext cx="15690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 생성 스킬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ppt-gen 워크플로우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2582317" cy="398487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7950" y="864989"/>
            <a:ext cx="2582317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8450" y="1079302"/>
            <a:ext cx="22453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html2pptx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8450" y="1380827"/>
            <a:ext cx="2245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i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"PPT 만들어줘"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8450" y="1650653"/>
            <a:ext cx="22453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5단계 파이프라인 실행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HTML 슬라이드를 PPTX로 변환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80767" y="841177"/>
            <a:ext cx="2582317" cy="398487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0767" y="864989"/>
            <a:ext cx="2582317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1267" y="1079302"/>
            <a:ext cx="22453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1267" y="1380827"/>
            <a:ext cx="2245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i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"동국시스템즈 양식으로"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1267" y="1650653"/>
            <a:ext cx="22453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문서 템플릿 기반 생성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기존 양식에 콘텐츠 채우기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53584" y="841177"/>
            <a:ext cx="2582317" cy="3984873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53584" y="864989"/>
            <a:ext cx="2582317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4084" y="1079302"/>
            <a:ext cx="22453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ooxml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4084" y="1380827"/>
            <a:ext cx="2245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i="1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"이 PPT 수정해줘"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44084" y="1650653"/>
            <a:ext cx="22453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OOXML 직접 편집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기존 PPT 구조 수정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5단계 생성 파이프라인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3757" y="955477"/>
            <a:ext cx="1052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3241" y="1218902"/>
            <a:ext cx="269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Setup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53332" y="1006227"/>
            <a:ext cx="2216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81101" y="84117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46908" y="955477"/>
            <a:ext cx="1052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30822" y="1218902"/>
            <a:ext cx="342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Outline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26482" y="1006227"/>
            <a:ext cx="2216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54252" y="84117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20059" y="955477"/>
            <a:ext cx="1052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56050" y="1218902"/>
            <a:ext cx="4397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Matching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99633" y="1006227"/>
            <a:ext cx="2216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7403" y="84117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3210" y="955477"/>
            <a:ext cx="1052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1646" y="1218902"/>
            <a:ext cx="3735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Content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72784" y="1006227"/>
            <a:ext cx="2216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00554" y="84117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66361" y="955477"/>
            <a:ext cx="1052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64550" y="1218902"/>
            <a:ext cx="517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1666577"/>
            <a:ext cx="1524000" cy="740122"/>
          </a:xfrm>
          <a:prstGeom prst="roundRect">
            <a:avLst>
              <a:gd name="adj" fmla="val 1029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7950" y="1676102"/>
            <a:ext cx="1524000" cy="0"/>
          </a:xfrm>
          <a:prstGeom prst="line">
            <a:avLst/>
          </a:prstGeom>
          <a:noFill/>
          <a:ln w="19050">
            <a:solidFill>
              <a:srgbClr val="0024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901" y="1812578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Setup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901" y="2015728"/>
            <a:ext cx="129550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테마/양식 선택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색상/폰트 설정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58901" y="1666577"/>
            <a:ext cx="1524000" cy="740122"/>
          </a:xfrm>
          <a:prstGeom prst="roundRect">
            <a:avLst>
              <a:gd name="adj" fmla="val 1029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158901" y="1676102"/>
            <a:ext cx="1524000" cy="0"/>
          </a:xfrm>
          <a:prstGeom prst="line">
            <a:avLst/>
          </a:prstGeom>
          <a:noFill/>
          <a:ln w="19050">
            <a:solidFill>
              <a:srgbClr val="4B65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5851" y="1812578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Outline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5851" y="2015728"/>
            <a:ext cx="129550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슬라이드 구성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섹션 분할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09851" y="1666577"/>
            <a:ext cx="1524000" cy="740122"/>
          </a:xfrm>
          <a:prstGeom prst="roundRect">
            <a:avLst>
              <a:gd name="adj" fmla="val 1029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809851" y="1676102"/>
            <a:ext cx="1524000" cy="0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6802" y="1812578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Matching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36802" y="2015728"/>
            <a:ext cx="129550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 매칭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레이아웃 선택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60802" y="1666577"/>
            <a:ext cx="1524000" cy="740122"/>
          </a:xfrm>
          <a:prstGeom prst="roundRect">
            <a:avLst>
              <a:gd name="adj" fmla="val 1029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460802" y="1676102"/>
            <a:ext cx="1524000" cy="0"/>
          </a:xfrm>
          <a:prstGeom prst="line">
            <a:avLst/>
          </a:prstGeom>
          <a:noFill/>
          <a:ln w="19050">
            <a:solidFill>
              <a:srgbClr val="0024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7752" y="1812578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Content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87752" y="2015728"/>
            <a:ext cx="129550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HTML 생성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콘텐츠 채우기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11752" y="1666577"/>
            <a:ext cx="1524000" cy="740122"/>
          </a:xfrm>
          <a:prstGeom prst="roundRect">
            <a:avLst>
              <a:gd name="adj" fmla="val 1029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111752" y="1676102"/>
            <a:ext cx="1524000" cy="0"/>
          </a:xfrm>
          <a:prstGeom prst="line">
            <a:avLst/>
          </a:prstGeom>
          <a:noFill/>
          <a:ln w="19050">
            <a:solidFill>
              <a:srgbClr val="4B65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38702" y="1812578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38702" y="2015728"/>
            <a:ext cx="129550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PPTX 변환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최종 출력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5702" y="1666875"/>
            <a:ext cx="2632597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51F2A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255702" y="2603450"/>
            <a:ext cx="26325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55702" y="3238351"/>
            <a:ext cx="26325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v4.0 템플릿 구조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452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템플릿 시스템 v4.0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1917799" cy="3984873"/>
          </a:xfrm>
          <a:prstGeom prst="roundRect">
            <a:avLst>
              <a:gd name="adj" fmla="val 529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841177"/>
            <a:ext cx="0" cy="3984873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7975" y="993577"/>
            <a:ext cx="1596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themes/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7975" y="1260277"/>
            <a:ext cx="15966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B6B6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*.yaml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7975" y="1485602"/>
            <a:ext cx="1596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색상/폰트 정의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7975" y="1747093"/>
            <a:ext cx="1565374" cy="6858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default (블루)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deepgreen (그린)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brandnew (스카이)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동국 (브랜드)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78150" y="841177"/>
            <a:ext cx="1917799" cy="3984873"/>
          </a:xfrm>
          <a:prstGeom prst="roundRect">
            <a:avLst>
              <a:gd name="adj" fmla="val 529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01962" y="841177"/>
            <a:ext cx="0" cy="3984873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8175" y="993577"/>
            <a:ext cx="1596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contents/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78175" y="1260277"/>
            <a:ext cx="15966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B6B6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templates/*/*.yaml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78175" y="1485602"/>
            <a:ext cx="1596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슬라이드 레이아웃 패턴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78175" y="1747093"/>
            <a:ext cx="1565374" cy="6858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cover, toc, section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comparison, process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chart, grid, timeline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40개+ 템플릿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48349" y="841177"/>
            <a:ext cx="1917799" cy="3984873"/>
          </a:xfrm>
          <a:prstGeom prst="roundRect">
            <a:avLst>
              <a:gd name="adj" fmla="val 529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2161" y="841177"/>
            <a:ext cx="0" cy="3984873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8374" y="993577"/>
            <a:ext cx="1596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documents/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8374" y="1260277"/>
            <a:ext cx="15966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B6B6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{group}/*.yaml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8374" y="1485602"/>
            <a:ext cx="1596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회사별 양식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8374" y="1747093"/>
            <a:ext cx="1565374" cy="6858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config.yaml (테마)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registry.yaml (목록)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OOXML (원본)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assets/ (로고)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18548" y="841177"/>
            <a:ext cx="1917799" cy="3984873"/>
          </a:xfrm>
          <a:prstGeom prst="roundRect">
            <a:avLst>
              <a:gd name="adj" fmla="val 529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742361" y="841177"/>
            <a:ext cx="0" cy="3984873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8573" y="993577"/>
            <a:ext cx="1596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assets/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18573" y="1260277"/>
            <a:ext cx="15966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B6B6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icon-mappings.yaml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18573" y="1485602"/>
            <a:ext cx="1596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공용 에셋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18573" y="1747093"/>
            <a:ext cx="1565374" cy="6858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아이콘 매핑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이미지 프롬프트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SVG 아이콘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배경 이미지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9632" y="1589187"/>
            <a:ext cx="23247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64050" y="2452688"/>
            <a:ext cx="1015901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9632" y="2744688"/>
            <a:ext cx="23247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6B6B6"/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PPT Skills Suite PRD v4.9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9632" y="3363813"/>
            <a:ext cx="2324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본고딕" pitchFamily="34" charset="0"/>
                <a:ea typeface="본고딕" pitchFamily="34" charset="-122"/>
                <a:cs typeface="본고딕" pitchFamily="34" charset="-120"/>
              </a:rPr>
              <a:t>Questions &amp;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Skills Suite PRD v4.9</dc:title>
  <dc:subject>팀 설명</dc:subject>
  <dc:creator>PPT Skills Suite</dc:creator>
  <cp:lastModifiedBy>PPT Skills Suite</cp:lastModifiedBy>
  <cp:revision>1</cp:revision>
  <dcterms:created xsi:type="dcterms:W3CDTF">2026-01-08T16:58:20Z</dcterms:created>
  <dcterms:modified xsi:type="dcterms:W3CDTF">2026-01-08T16:58:20Z</dcterms:modified>
</cp:coreProperties>
</file>