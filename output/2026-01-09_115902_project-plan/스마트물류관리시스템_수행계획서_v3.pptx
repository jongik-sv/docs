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0"/>
            <a:ext cx="2539901" cy="5143500"/>
          </a:xfrm>
          <a:prstGeom prst="rect">
            <a:avLst/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48879"/>
            <a:ext cx="1357313" cy="253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199629"/>
            <a:ext cx="1073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605930"/>
            <a:ext cx="563514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</a:t>
            </a:r>
            <a:endParaRPr lang="en-US" sz="3600" dirty="0"/>
          </a:p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01" y="2946871"/>
            <a:ext cx="5635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AI 기반 물류 최적화 프로젝트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374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발주: 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6898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수행: (주)테크솔루션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8422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2784" y="4591050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1424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15901"/>
            <a:ext cx="0" cy="202927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252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2060228"/>
            <a:ext cx="93618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815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31963" y="1015901"/>
            <a:ext cx="0" cy="202927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967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967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09676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3530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9113" y="1015901"/>
            <a:ext cx="0" cy="2029271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8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368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368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6245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86264" y="1015901"/>
            <a:ext cx="0" cy="2029271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397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6397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3977" y="2060228"/>
            <a:ext cx="9361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89602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3414" y="1015901"/>
            <a:ext cx="0" cy="202927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1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911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11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900" dirty="0"/>
          </a:p>
        </p:txBody>
      </p:sp>
      <p:pic>
        <p:nvPicPr>
          <p:cNvPr id="2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89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030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57490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기본 정보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Top 5 물류기업 (주)글로벌물류의 차세대 스마트 물류관리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66813"/>
            <a:ext cx="1952625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045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453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0453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500만건+ 물류 처리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412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25" y="1166813"/>
            <a:ext cx="1952625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357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3578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(주)테크솔루션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전문기업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166813"/>
            <a:ext cx="1952625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670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6703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06703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037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10375" y="1166813"/>
            <a:ext cx="1952625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982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9828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9828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2025.01.06 ~ 2025.12.31</a:t>
            </a:r>
            <a:endParaRPr lang="en-US" sz="9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32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목적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32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 노후화 해결 및 차세대 스마트 물류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323" y="1252538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150" y="1285875"/>
            <a:ext cx="960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790700"/>
            <a:ext cx="0" cy="1730127"/>
          </a:xfrm>
          <a:prstGeom prst="line">
            <a:avLst/>
          </a:prstGeom>
          <a:noFill/>
          <a:ln w="47625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10년 이상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운영된 레거시 시스템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급증하는 물동량 대응 한계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저하 및 병목 현상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파악 불가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시스템 연동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5375" y="1247775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6650" y="1285875"/>
            <a:ext cx="626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1790700"/>
            <a:ext cx="0" cy="1730127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06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물류 최적화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재고/배송 추적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확장성 확보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아키텍처로 유연성 강화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 지원</a:t>
            </a:r>
            <a:endParaRPr lang="en-US" sz="1000" dirty="0"/>
          </a:p>
        </p:txBody>
      </p:sp>
      <p:pic>
        <p:nvPicPr>
          <p:cNvPr id="1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2209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220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 시스템 도입으로 운영 효율 극대화 및 비용 절감 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4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24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처리 효율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경로 최적화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프로세스 도입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8655" y="1693813"/>
            <a:ext cx="8066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1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추적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재고 조정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7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8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58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절감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3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3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900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57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57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핵심 시스템으로 물류 전 프로세스 통합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59" y="1566714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45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045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98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1197" y="1566714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357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802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최적화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611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2766" y="1566714"/>
            <a:ext cx="2014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0670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670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115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접수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할당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037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923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93025" y="1566714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982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982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427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현황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모니터링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3454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3454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 및 방법론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3454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7145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63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추진 전략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63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"안정적 전환"과 "혁신적 기능 구현"의 균형을 핵심 가치로 추진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7172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98450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Bang 방식이 아닌 모듈별 순차 전환으로 리스크 최소화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02954"/>
            <a:ext cx="965299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0850" y="2494955"/>
            <a:ext cx="673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최소화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59634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5805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77084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7084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단위 스프린트로 빠른 피드백과 유연한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7084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9484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피드백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8267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4439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55718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718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2회 현업 리뷰를 통한 요구사항 정합성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718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08118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900" dirty="0"/>
          </a:p>
        </p:txBody>
      </p:sp>
      <p:pic>
        <p:nvPicPr>
          <p:cNvPr id="2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98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하이브리드 방법론으로 안정성과 유연성 결합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751112" cy="355402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1180951"/>
            <a:ext cx="1371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Hybrid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674763"/>
            <a:ext cx="1968698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1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분석서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39901" y="1650950"/>
            <a:ext cx="1968698" cy="1460748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9901" y="1674763"/>
            <a:ext cx="1968698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9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9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66851" y="2654498"/>
            <a:ext cx="1714798" cy="26670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27427" y="2730698"/>
            <a:ext cx="1593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19218" y="226218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5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35401" y="1674763"/>
            <a:ext cx="1968698" cy="0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2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단위테스트결과서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14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09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0901" y="1674763"/>
            <a:ext cx="1968698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0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40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78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84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이행계획서</a:t>
            </a:r>
            <a:endParaRPr lang="en-US" sz="800" dirty="0"/>
          </a:p>
        </p:txBody>
      </p:sp>
      <p:pic>
        <p:nvPicPr>
          <p:cNvPr id="34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45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4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스택 기반 클라우드 네이티브 MSA 아키텍처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752" y="1255663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6901" y="1079450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7401" y="1250900"/>
            <a:ext cx="817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3 v3.4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3688" y="1250900"/>
            <a:ext cx="672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7695" y="1231850"/>
            <a:ext cx="56108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13895" y="1269950"/>
            <a:ext cx="416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 구조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1676251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896" y="1852464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96901" y="1676251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401" y="1847701"/>
            <a:ext cx="105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v3.2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4073" y="1847701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97523" y="1828651"/>
            <a:ext cx="585490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73723" y="1866751"/>
            <a:ext cx="44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구조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273052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190" y="2449264"/>
            <a:ext cx="554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96901" y="2273052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7401" y="2444502"/>
            <a:ext cx="9683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81176" y="2444502"/>
            <a:ext cx="4828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98999" y="2425452"/>
            <a:ext cx="92809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75199" y="2463552"/>
            <a:ext cx="7912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+ Cache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869853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1851" y="3046065"/>
            <a:ext cx="259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96901" y="2869853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87401" y="3041303"/>
            <a:ext cx="643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EKS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62833" y="3041303"/>
            <a:ext cx="30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2062" y="3041303"/>
            <a:ext cx="174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17318" y="3022253"/>
            <a:ext cx="942677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93518" y="3060353"/>
            <a:ext cx="806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네이티브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1000" y="3466654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3156" y="3642866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96901" y="3466654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87401" y="3638104"/>
            <a:ext cx="749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66566" y="3638104"/>
            <a:ext cx="1044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 2.15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35202" y="3619054"/>
            <a:ext cx="1066056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11402" y="3657154"/>
            <a:ext cx="9319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수요예측, 경로최적화</a:t>
            </a:r>
            <a:endParaRPr lang="en-US" sz="800" dirty="0"/>
          </a:p>
        </p:txBody>
      </p:sp>
      <p:pic>
        <p:nvPicPr>
          <p:cNvPr id="41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041" y="4724400"/>
            <a:ext cx="1534269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593211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644235" y="477202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24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473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473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발주기관-수행사 협력 체계로 효율적인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0" y="1079450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33813" y="1079450"/>
            <a:ext cx="0" cy="80635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075" y="1231850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50075" y="1415951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정민호 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0075" y="1619101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관리, 의사결정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59350" y="2076301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9292" y="2266801"/>
            <a:ext cx="1547515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33105" y="2266801"/>
            <a:ext cx="0" cy="80635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9132" y="2419201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9132" y="2603302"/>
            <a:ext cx="1115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9132" y="2806452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0708" y="2266801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4520" y="2266801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0782" y="2419201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0782" y="260330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이영희 과장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0782" y="2806452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59350" y="3263652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3149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166961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3223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3223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223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10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944862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124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1124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61124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22763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025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담당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9025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9025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관리, 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6851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00664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6926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6926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6926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설계 및 튜닝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302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 현황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3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8명, 78MM 투입으로 전문 인력 기반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333351"/>
            <a:ext cx="2386608" cy="834926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2163514"/>
            <a:ext cx="410021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501" y="1460302"/>
            <a:ext cx="211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72021" y="2163514"/>
            <a:ext cx="51360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3522" y="1460302"/>
            <a:ext cx="316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85627" y="2163514"/>
            <a:ext cx="461814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7128" y="1460302"/>
            <a:ext cx="263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7441" y="2163514"/>
            <a:ext cx="5911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8942" y="1460302"/>
            <a:ext cx="3959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38586" y="2163514"/>
            <a:ext cx="410021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0087" y="1460302"/>
            <a:ext cx="211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투입기간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1000" y="1522065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501" y="1206401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6045" y="1522065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7546" y="1206401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7113" y="1522065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8613" y="1206401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70114" y="1231702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0169" y="1522065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1670" y="1206401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48104" y="1522065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9604" y="1206401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1000" y="1526828"/>
            <a:ext cx="131504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81000" y="1969443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501" y="1653778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6045" y="1526828"/>
            <a:ext cx="1871067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696045" y="1969443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97546" y="1653778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7113" y="1526828"/>
            <a:ext cx="1593056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567113" y="1969443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8613" y="1653778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770114" y="1679079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0169" y="1526828"/>
            <a:ext cx="228793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160169" y="1969443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61670" y="1653778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48104" y="1526828"/>
            <a:ext cx="131504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448104" y="1969443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9604" y="1653778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1000" y="2416820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501" y="2101155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696045" y="2416820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97546" y="2101155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7113" y="2416820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68613" y="2101155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70114" y="2126456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160169" y="2416820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1670" y="2101155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48104" y="2416820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9604" y="2101155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1000" y="2421582"/>
            <a:ext cx="1315045" cy="7742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381000" y="3191024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501" y="2548533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696045" y="2421582"/>
            <a:ext cx="1871067" cy="7742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1696045" y="3191024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97546" y="2548533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Backend/Frontend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567113" y="2421582"/>
            <a:ext cx="1593056" cy="7742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3567113" y="3191024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68613" y="2548533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770114" y="2573834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668613" y="2732484"/>
            <a:ext cx="1417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668613" y="2875359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770114" y="2900660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60169" y="2421582"/>
            <a:ext cx="2287935" cy="7742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160169" y="3191024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61670" y="2548533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임동현, 강서연, 윤재호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448104" y="2421582"/>
            <a:ext cx="1315045" cy="7742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7448104" y="3191024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49604" y="2548533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81000" y="3638401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501" y="3322737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696045" y="3638401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97546" y="3322737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567113" y="3638401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68613" y="3322737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3770114" y="3348038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160169" y="3638401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61670" y="3322737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448104" y="3638401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49604" y="3322737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8개월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81000" y="3643164"/>
            <a:ext cx="131504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381000" y="4085779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501" y="3770114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696045" y="3643164"/>
            <a:ext cx="1871067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1696045" y="4085779"/>
            <a:ext cx="1871067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97546" y="3770114"/>
            <a:ext cx="1701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567113" y="3643164"/>
            <a:ext cx="1593056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3567113" y="4085779"/>
            <a:ext cx="1593056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68613" y="3770114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770114" y="379541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160169" y="3643164"/>
            <a:ext cx="228793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Shape 93"/>
          <p:cNvSpPr/>
          <p:nvPr/>
        </p:nvSpPr>
        <p:spPr>
          <a:xfrm>
            <a:off x="5160169" y="4085779"/>
            <a:ext cx="22879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61670" y="3770114"/>
            <a:ext cx="2126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448104" y="3643164"/>
            <a:ext cx="1315045" cy="4473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Shape 96"/>
          <p:cNvSpPr/>
          <p:nvPr/>
        </p:nvSpPr>
        <p:spPr>
          <a:xfrm>
            <a:off x="7448104" y="4085779"/>
            <a:ext cx="131504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49604" y="3770114"/>
            <a:ext cx="1134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81000" y="3883223"/>
            <a:ext cx="1142851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Shape 99"/>
          <p:cNvSpPr/>
          <p:nvPr/>
        </p:nvSpPr>
        <p:spPr>
          <a:xfrm>
            <a:off x="404813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2526" y="4010174"/>
            <a:ext cx="59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인원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82526" y="4143524"/>
            <a:ext cx="5991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8명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904851" y="3883223"/>
            <a:ext cx="1176338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Shape 103"/>
          <p:cNvSpPr/>
          <p:nvPr/>
        </p:nvSpPr>
        <p:spPr>
          <a:xfrm>
            <a:off x="1928664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06377" y="4010174"/>
            <a:ext cx="633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206377" y="4143524"/>
            <a:ext cx="633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 MM</a:t>
            </a:r>
            <a:endParaRPr lang="en-US" sz="1600" dirty="0"/>
          </a:p>
        </p:txBody>
      </p:sp>
      <p:pic>
        <p:nvPicPr>
          <p:cNvPr id="10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09" name="Text 10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673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6462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64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48주 (12개월) 프로젝트 수행 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345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1397050" cy="634901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6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6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698" y="2444651"/>
            <a:ext cx="129565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환경구축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표준정의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78050" y="1269950"/>
            <a:ext cx="1397050" cy="6349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220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74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74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4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5099" y="1269950"/>
            <a:ext cx="1397050" cy="634901"/>
          </a:xfrm>
          <a:prstGeom prst="rect">
            <a:avLst/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92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57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4~5월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579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화면/DB 설계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149" y="1269950"/>
            <a:ext cx="1397050" cy="634901"/>
          </a:xfrm>
          <a:prstGeom prst="rect">
            <a:avLst/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6299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284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6~9월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84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84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9198" y="1269950"/>
            <a:ext cx="1397050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199" y="151596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989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10~11월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9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989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6248" y="1269950"/>
            <a:ext cx="1397050" cy="6349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0398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16946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11~12월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16946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6946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8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48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488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마일스톤 기준 프로젝트 진척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60450"/>
            <a:ext cx="8382000" cy="50750"/>
          </a:xfrm>
          <a:prstGeom prst="roundRect">
            <a:avLst>
              <a:gd name="adj" fmla="val 5004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87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030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030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7030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9825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6563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492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6407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07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07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1624" y="2339876"/>
            <a:ext cx="8697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36458" y="2390626"/>
            <a:ext cx="6800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719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6112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6112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6112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9785" y="2339876"/>
            <a:ext cx="707529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6241" y="2390626"/>
            <a:ext cx="514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902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581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81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81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78598" y="2339876"/>
            <a:ext cx="5840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6289" y="2390626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60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5522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5522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5522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80398" y="2339876"/>
            <a:ext cx="7745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76184" y="2390626"/>
            <a:ext cx="582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63123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22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522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522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25073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21811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오픈보고서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166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166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1669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2845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73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품질 보증 활동으로 고품질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796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0157" y="15176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64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검토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64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말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 검토 및 승인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7962" y="2800052"/>
            <a:ext cx="5585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866" y="285080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108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1784" y="1517600"/>
            <a:ext cx="337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777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777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PR 필수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이상 승인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987" y="2800052"/>
            <a:ext cx="634901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6127" y="28508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725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6421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6692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089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089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SonarQube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3240" y="2800052"/>
            <a:ext cx="400645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68723" y="2850803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037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733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79817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402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402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기반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76976" y="2800052"/>
            <a:ext cx="619274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00273" y="2850803"/>
            <a:ext cx="372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QA/현업</a:t>
            </a:r>
            <a:endParaRPr lang="en-US" sz="800" dirty="0"/>
          </a:p>
        </p:txBody>
      </p:sp>
      <p:pic>
        <p:nvPicPr>
          <p:cNvPr id="3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358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358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정보보안 및 개인정보보호 체계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47800" y="1269802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800" y="1674614"/>
            <a:ext cx="77724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4424" y="304770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준수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424" y="3327053"/>
            <a:ext cx="37307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보안 정책 및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개인정보보호법 준수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보안 점검 수행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2501" y="10159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3001" y="11683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3013" y="12730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2601" y="12445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92601" y="14350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/ 2FA 인증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2501" y="19303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3001" y="20827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25876" y="2139851"/>
            <a:ext cx="174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2601" y="21589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암호화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92601" y="23494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중(TLS 1.3) / 저장 시(AES-256) 암호화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2501" y="28447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83001" y="29971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83013" y="31018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2601" y="30733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감사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2601" y="32638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/ 취약점 스캔 / 침투 테스트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2501" y="37591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83001" y="39115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83013" y="40162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92601" y="39877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2601" y="41782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처리 / 동의 관리 / 파기 정책</a:t>
            </a:r>
            <a:endParaRPr lang="en-US" sz="8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1964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1964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 식별 및 대응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91171" y="1593652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2672" y="161895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91171" y="2021979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2672" y="204728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91171" y="2450306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2672" y="2475607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91171" y="2878634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2672" y="2903934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1171" y="3306961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92672" y="333226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351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2702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4054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pic>
        <p:nvPicPr>
          <p:cNvPr id="1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50" y="1269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50" y="3492550"/>
            <a:ext cx="1269950" cy="126995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032" y="1713086"/>
            <a:ext cx="34139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65032" y="2363912"/>
            <a:ext cx="3413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 제안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4475" y="2789262"/>
            <a:ext cx="634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2019" y="3081263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92019" y="3278014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홍길동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5553" y="3081263"/>
            <a:ext cx="88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5553" y="3278014"/>
            <a:ext cx="886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9209" y="3081263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9209" y="3278014"/>
            <a:ext cx="1218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pm@company.com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530" y="4556224"/>
            <a:ext cx="1698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DONGKUK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PptxGenJS Presentation</dc:subject>
  <dc:creator>Claude Code</dc:creator>
  <cp:lastModifiedBy>Claude Code</cp:lastModifiedBy>
  <cp:revision>1</cp:revision>
  <dcterms:created xsi:type="dcterms:W3CDTF">2026-01-09T04:13:33Z</dcterms:created>
  <dcterms:modified xsi:type="dcterms:W3CDTF">2026-01-09T04:13:33Z</dcterms:modified>
</cp:coreProperties>
</file>