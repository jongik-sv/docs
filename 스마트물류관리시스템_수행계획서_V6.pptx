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251" d="100"/>
          <a:sy n="251" d="100"/>
        </p:scale>
        <p:origin x="2334" y="21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Body삭제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7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4294967295" pos="6068">
          <p15:clr>
            <a:srgbClr val="FBAE40"/>
          </p15:clr>
        </p15:guide>
        <p15:guide id="4294967295" pos="172">
          <p15:clr>
            <a:srgbClr val="FBAE40"/>
          </p15:clr>
        </p15:guide>
        <p15:guide id="4294967295" orient="horz" pos="4065">
          <p15:clr>
            <a:srgbClr val="F26B43"/>
          </p15:clr>
        </p15:guide>
        <p15:guide id="4294967295" orient="horz" pos="822">
          <p15:clr>
            <a:srgbClr val="F26B43"/>
          </p15:clr>
        </p15:guide>
        <p15:guide id="4294967295" orient="horz" pos="346">
          <p15:clr>
            <a:srgbClr val="F26B43"/>
          </p15:clr>
        </p15:guide>
        <p15:guide id="4294967295" orient="horz" pos="4269">
          <p15:clr>
            <a:srgbClr val="FBAE40"/>
          </p15:clr>
        </p15:guide>
        <p15:guide id="4294967295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9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(주)테크솔루션 I 2025.01.03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스마트 물류관리 시스템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01</a:t>
            </a:r>
          </a:p>
          <a:p>
            <a:r>
              <a:t>02</a:t>
            </a:r>
          </a:p>
          <a:p>
            <a:r>
              <a:t>03</a:t>
            </a:r>
          </a:p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03-05</a:t>
            </a:r>
          </a:p>
          <a:p>
            <a:r>
              <a:t>06-08</a:t>
            </a:r>
          </a:p>
          <a:p>
            <a:r>
              <a:t>09-12</a:t>
            </a:r>
          </a:p>
          <a:p>
            <a:r>
              <a:t>13-17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프로젝트 개요</a:t>
            </a:r>
          </a:p>
          <a:p>
            <a:r>
              <a:t>추진 전략 및 방법론</a:t>
            </a:r>
          </a:p>
          <a:p>
            <a:r>
              <a:t>조직 및 일정</a:t>
            </a:r>
          </a:p>
          <a:p>
            <a:r>
              <a:t>품질·위험·소통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글로벌물류의 차세대 물류관리 시스템을 12개월 내 구축합니다.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905287" y="18000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87" y="1800000"/>
            <a:ext cx="1920240" cy="73152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6767" y="1909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발주기관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727" y="2211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452"/>
                </a:solidFill>
                <a:latin typeface="본고딕"/>
              </a:defRPr>
            </a:pPr>
            <a:r>
              <a:t>(주)글로벌물류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727" y="2668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본고딕"/>
              </a:defRPr>
            </a:pPr>
            <a:r>
              <a:t>국내 Top 5 물류기업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87" y="18000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62687" y="1800000"/>
            <a:ext cx="1920240" cy="73152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67" y="1909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계약금액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127" y="2211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452"/>
                </a:solidFill>
                <a:latin typeface="본고딕"/>
              </a:defRPr>
            </a:pPr>
            <a:r>
              <a:t>15억원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127" y="2668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본고딕"/>
              </a:defRPr>
            </a:pPr>
            <a:r>
              <a:t>VAT 별도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0087" y="18000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0087" y="1800000"/>
            <a:ext cx="192024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67" y="1909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계약기간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527" y="2211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452"/>
                </a:solidFill>
                <a:latin typeface="본고딕"/>
              </a:defRPr>
            </a:pPr>
            <a:r>
              <a:t>12개월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527" y="2668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본고딕"/>
              </a:defRPr>
            </a:pPr>
            <a:r>
              <a:t>2025.01 ~ 2025.12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87" y="18000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87" y="1800000"/>
            <a:ext cx="1920240" cy="73152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67" y="1909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투입인력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927" y="2211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452"/>
                </a:solidFill>
                <a:latin typeface="본고딕"/>
              </a:defRPr>
            </a:pPr>
            <a:r>
              <a:t>8명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927" y="2668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본고딕"/>
              </a:defRPr>
            </a:pPr>
            <a:r>
              <a:t>78 M/M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레거시 시스템 노후화 문제를 해결하고 물류 처리 효율 30%를 향상시킵니다.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64" y="1431130"/>
            <a:ext cx="4213298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19651" y="1431130"/>
            <a:ext cx="4213298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39627" y="3991450"/>
            <a:ext cx="22860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9627" y="399145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본고딕"/>
              </a:defRPr>
            </a:pPr>
            <a:r>
              <a:t>물류 처리 효율: +30%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8507" y="3991450"/>
            <a:ext cx="22860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8507" y="399145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본고딕"/>
              </a:defRPr>
            </a:pPr>
            <a:r>
              <a:t>재고 정확도: 99.5%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87" y="3991450"/>
            <a:ext cx="22860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7387" y="399145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본고딕"/>
              </a:defRPr>
            </a:pPr>
            <a:r>
              <a:t>운영 비용: -20%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WMS, TMS, OMS, Dashboard 4개 핵심 모듈로 통합 물류 플랫폼을 구축합니다.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27264" y="1614010"/>
            <a:ext cx="237744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33304" y="1614010"/>
            <a:ext cx="237744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7264" y="3214210"/>
            <a:ext cx="237744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3304" y="3214210"/>
            <a:ext cx="237744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안정적 전환과 혁신적 기능 구현의 균형을 핵심 가치로 추진합니다.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2. 추진 전략 및 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707" y="170545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707" y="170545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452"/>
                </a:solidFill>
                <a:latin typeface="본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67" y="252841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452"/>
                </a:solidFill>
                <a:latin typeface="본고딕"/>
              </a:defRPr>
            </a:pPr>
            <a:r>
              <a:t>단계적 전환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67" y="293989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본고딕"/>
              </a:defRPr>
            </a:pPr>
            <a:r>
              <a:t>Big Bang 방식이 아닌 모듈별 순차 전환으로 리스크 최소화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1347" y="170545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1347" y="170545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51F2A"/>
                </a:solidFill>
                <a:latin typeface="본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507" y="252841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1F2A"/>
                </a:solidFill>
                <a:latin typeface="본고딕"/>
              </a:defRPr>
            </a:pPr>
            <a:r>
              <a:t>애자일 기반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507" y="293989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본고딕"/>
              </a:defRPr>
            </a:pPr>
            <a:r>
              <a:t>2주 단위 스프린트로 빠른 피드백과 유연한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5987" y="170545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87" y="170545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본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3147" y="252841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본고딕"/>
              </a:defRPr>
            </a:pPr>
            <a:r>
              <a:t>현업 밀착 협업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3147" y="293989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본고딕"/>
              </a:defRPr>
            </a:pPr>
            <a:r>
              <a:t>주 2회 현업 리뷰를 통한 요구사항 정합성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Agile-Waterfall 하이브리드 방법론으로 안정성과 유연성을 확보합니다.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2. 추진 전략 및 방법론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Vue.js + Spring Boot + PostgreSQL + AWS 기반 클라우드 네이티브 아키텍처입니다.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2. 추진 전략 및 방법론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 김철수를 중심으로 8명의 전문가가 프로젝트를 수행합니다.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3.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1427" y="1614010"/>
            <a:ext cx="1280160" cy="64008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1427" y="161401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발주PM정민호 부장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1427" y="2619850"/>
            <a:ext cx="12801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1427" y="261985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본고딕"/>
              </a:defRPr>
            </a:pPr>
            <a:r>
              <a:t>PM김철수 차장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총 78M/M 투입으로 PM/AA 주도의 12개월 프로젝트를 수행합니다.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3.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5307" y="1888330"/>
            <a:ext cx="7772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67" y="216265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627" y="216265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67" y="243697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2월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9627" y="243697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67" y="271129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3월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9627" y="271129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67" y="298561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4월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9627" y="298561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67" y="325993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5월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9627" y="325993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67" y="353425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6월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9627" y="353425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67" y="380857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7월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9627" y="380857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67" y="408289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8월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9627" y="408289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67" y="435721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9월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9627" y="435721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67" y="463153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10월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9627" y="463153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67" y="490585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11월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9627" y="490585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67" y="518017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12월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39627" y="5180170"/>
            <a:ext cx="7223760" cy="228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6개 단계, 6개 마일스톤으로 12개월 프로젝트를 체계적으로 관리합니다.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3.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43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43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1월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01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01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2월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59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59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3월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17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17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4월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75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75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5월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33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33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6월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591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91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7월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49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49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8월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07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07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9월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165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65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10월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23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23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11월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8184" y="1614010"/>
            <a:ext cx="127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8184" y="138541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본고딕"/>
              </a:defRPr>
            </a:pPr>
            <a:r>
              <a:t>12월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11개 핵심 산출물을 단계별로 작성하고 품질을 관리합니다.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3. 조직 및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2427" y="1614010"/>
            <a:ext cx="1554480" cy="2743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47" y="19797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47" y="24369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28347" y="1614010"/>
            <a:ext cx="1554480" cy="2743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74067" y="19797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4067" y="24369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74267" y="1614010"/>
            <a:ext cx="1554480" cy="2743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9987" y="19797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9987" y="24369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9987" y="28941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20187" y="1614010"/>
            <a:ext cx="1554480" cy="2743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65907" y="19797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6107" y="1614010"/>
            <a:ext cx="1554480" cy="2743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11827" y="19797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11827" y="24369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11827" y="2894170"/>
            <a:ext cx="1463040" cy="411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코드 리뷰, 정적 분석, 테스트로 품질을 확보하고 4대 보안 영역을 관리합니다.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4. 품질·위험·소통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64" y="1431130"/>
            <a:ext cx="449418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0064" y="1431130"/>
            <a:ext cx="4494185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38764" y="1431130"/>
            <a:ext cx="449418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38764" y="1431130"/>
            <a:ext cx="4494185" cy="36576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5대 위험을 사전 식별하고 체계적인 대응 방안을 수립합니다.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4. 품질·위험·소통</a:t>
            </a:r>
          </a:p>
        </p:txBody>
      </p:sp>
      <p:sp>
        <p:nvSpPr>
          <p:cNvPr id="4" name="Rectangle 3"/>
          <p:cNvSpPr/>
          <p:nvPr/>
        </p:nvSpPr>
        <p:spPr>
          <a:xfrm>
            <a:off x="727264" y="1705450"/>
            <a:ext cx="1600200" cy="1600200"/>
          </a:xfrm>
          <a:prstGeom prst="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27464" y="1705450"/>
            <a:ext cx="1600200" cy="1600200"/>
          </a:xfrm>
          <a:prstGeom prst="rect">
            <a:avLst/>
          </a:prstGeom>
          <a:solidFill>
            <a:srgbClr val="F1C40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7264" y="3305650"/>
            <a:ext cx="1600200" cy="1600200"/>
          </a:xfrm>
          <a:prstGeom prst="rect">
            <a:avLst/>
          </a:prstGeom>
          <a:solidFill>
            <a:srgbClr val="F1C40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27464" y="3305650"/>
            <a:ext cx="1600200" cy="1600200"/>
          </a:xfrm>
          <a:prstGeom prst="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일일 스탠드업부터 월간보고까지 체계적인 보고·회의 체계를 운영합니다.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4. 품질·위험·소통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707" y="188833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39827" y="188833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2947" y="188833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6067" y="188833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45명 대상 3종 교육을 오픈 3주 전부터 체계적으로 실시합니다.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4. 품질·위험·소통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707" y="161401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71347" y="161401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5987" y="161401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착수 시 4가지 환경/자원 협조를 요청드립니다.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4. 품질·위험·소통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707" y="1705450"/>
            <a:ext cx="1920240" cy="1737360"/>
          </a:xfrm>
          <a:prstGeom prst="rect">
            <a:avLst/>
          </a:prstGeom>
          <a:solidFill>
            <a:srgbClr val="F8F8F8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8227" y="1842610"/>
            <a:ext cx="457200" cy="4572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39827" y="1705450"/>
            <a:ext cx="1920240" cy="1737360"/>
          </a:xfrm>
          <a:prstGeom prst="rect">
            <a:avLst/>
          </a:prstGeom>
          <a:solidFill>
            <a:srgbClr val="F8F8F8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71347" y="1842610"/>
            <a:ext cx="457200" cy="4572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2947" y="1705450"/>
            <a:ext cx="1920240" cy="1737360"/>
          </a:xfrm>
          <a:prstGeom prst="rect">
            <a:avLst/>
          </a:prstGeom>
          <a:solidFill>
            <a:srgbClr val="F8F8F8"/>
          </a:solidFill>
          <a:ln w="254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74467" y="1842610"/>
            <a:ext cx="457200" cy="4572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6067" y="1705450"/>
            <a:ext cx="1920240" cy="1737360"/>
          </a:xfrm>
          <a:prstGeom prst="rect">
            <a:avLst/>
          </a:prstGeom>
          <a:solidFill>
            <a:srgbClr val="F8F8F8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77587" y="184261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(주)테크솔루션 PM팀 I 김철수 차장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7828</TotalTime>
  <Words>50</Words>
  <Application>Microsoft Office PowerPoint</Application>
  <PresentationFormat>A4 용지(210x297mm)</PresentationFormat>
  <Paragraphs>26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Microsoft 계정</cp:lastModifiedBy>
  <cp:revision>299</cp:revision>
  <cp:lastPrinted>2025-07-23T03:28:55Z</cp:lastPrinted>
  <dcterms:created xsi:type="dcterms:W3CDTF">2019-03-13T02:13:57Z</dcterms:created>
  <dcterms:modified xsi:type="dcterms:W3CDTF">2025-12-23T23:46:14Z</dcterms:modified>
</cp:coreProperties>
</file>